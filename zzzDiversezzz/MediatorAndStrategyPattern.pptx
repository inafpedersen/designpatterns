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8" r:id="rId3"/>
    <p:sldId id="257" r:id="rId4"/>
    <p:sldId id="265" r:id="rId5"/>
    <p:sldId id="259" r:id="rId6"/>
    <p:sldId id="266" r:id="rId7"/>
    <p:sldId id="260" r:id="rId8"/>
    <p:sldId id="261" r:id="rId9"/>
    <p:sldId id="267" r:id="rId10"/>
    <p:sldId id="268" r:id="rId11"/>
    <p:sldId id="262" r:id="rId12"/>
    <p:sldId id="263"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a Fløysvik Pedersen" userId="bf96d5c3-b6d9-4e2d-a837-73c672c22f72" providerId="ADAL" clId="{7CA45309-F14F-4BA3-A50A-8E712A0F9337}"/>
    <pc:docChg chg="undo custSel addSld delSld modSld sldOrd">
      <pc:chgData name="Ina Fløysvik Pedersen" userId="bf96d5c3-b6d9-4e2d-a837-73c672c22f72" providerId="ADAL" clId="{7CA45309-F14F-4BA3-A50A-8E712A0F9337}" dt="2023-02-22T09:56:09.932" v="1095" actId="20577"/>
      <pc:docMkLst>
        <pc:docMk/>
      </pc:docMkLst>
      <pc:sldChg chg="addSp delSp modSp new mod">
        <pc:chgData name="Ina Fløysvik Pedersen" userId="bf96d5c3-b6d9-4e2d-a837-73c672c22f72" providerId="ADAL" clId="{7CA45309-F14F-4BA3-A50A-8E712A0F9337}" dt="2023-02-17T13:08:57.069" v="941" actId="1076"/>
        <pc:sldMkLst>
          <pc:docMk/>
          <pc:sldMk cId="1152220475" sldId="257"/>
        </pc:sldMkLst>
        <pc:spChg chg="mod">
          <ac:chgData name="Ina Fløysvik Pedersen" userId="bf96d5c3-b6d9-4e2d-a837-73c672c22f72" providerId="ADAL" clId="{7CA45309-F14F-4BA3-A50A-8E712A0F9337}" dt="2023-02-17T09:15:20.810" v="82" actId="20577"/>
          <ac:spMkLst>
            <pc:docMk/>
            <pc:sldMk cId="1152220475" sldId="257"/>
            <ac:spMk id="2" creationId="{355572C6-EC8C-1A47-7413-6FDE336BCB36}"/>
          </ac:spMkLst>
        </pc:spChg>
        <pc:spChg chg="mod">
          <ac:chgData name="Ina Fløysvik Pedersen" userId="bf96d5c3-b6d9-4e2d-a837-73c672c22f72" providerId="ADAL" clId="{7CA45309-F14F-4BA3-A50A-8E712A0F9337}" dt="2023-02-17T09:18:29.428" v="134" actId="20577"/>
          <ac:spMkLst>
            <pc:docMk/>
            <pc:sldMk cId="1152220475" sldId="257"/>
            <ac:spMk id="3" creationId="{937F5D29-6851-1B36-8F26-3CDB58B95AA8}"/>
          </ac:spMkLst>
        </pc:spChg>
        <pc:spChg chg="del">
          <ac:chgData name="Ina Fløysvik Pedersen" userId="bf96d5c3-b6d9-4e2d-a837-73c672c22f72" providerId="ADAL" clId="{7CA45309-F14F-4BA3-A50A-8E712A0F9337}" dt="2023-02-17T09:18:58.088" v="137"/>
          <ac:spMkLst>
            <pc:docMk/>
            <pc:sldMk cId="1152220475" sldId="257"/>
            <ac:spMk id="4" creationId="{41A40687-747C-F3BE-A539-500B60BE5F1C}"/>
          </ac:spMkLst>
        </pc:spChg>
        <pc:spChg chg="add del mod">
          <ac:chgData name="Ina Fløysvik Pedersen" userId="bf96d5c3-b6d9-4e2d-a837-73c672c22f72" providerId="ADAL" clId="{7CA45309-F14F-4BA3-A50A-8E712A0F9337}" dt="2023-02-17T13:05:41.485" v="934" actId="931"/>
          <ac:spMkLst>
            <pc:docMk/>
            <pc:sldMk cId="1152220475" sldId="257"/>
            <ac:spMk id="6" creationId="{259531E7-B43C-5AE0-CFA7-F73A09E2AFC8}"/>
          </ac:spMkLst>
        </pc:spChg>
        <pc:graphicFrameChg chg="add mod ord modGraphic">
          <ac:chgData name="Ina Fløysvik Pedersen" userId="bf96d5c3-b6d9-4e2d-a837-73c672c22f72" providerId="ADAL" clId="{7CA45309-F14F-4BA3-A50A-8E712A0F9337}" dt="2023-02-17T13:05:52.955" v="936" actId="14100"/>
          <ac:graphicFrameMkLst>
            <pc:docMk/>
            <pc:sldMk cId="1152220475" sldId="257"/>
            <ac:graphicFrameMk id="7" creationId="{0E4AA098-14BF-F7F9-45F3-3C11E5174CD4}"/>
          </ac:graphicFrameMkLst>
        </pc:graphicFrameChg>
        <pc:graphicFrameChg chg="add mod modGraphic">
          <ac:chgData name="Ina Fløysvik Pedersen" userId="bf96d5c3-b6d9-4e2d-a837-73c672c22f72" providerId="ADAL" clId="{7CA45309-F14F-4BA3-A50A-8E712A0F9337}" dt="2023-02-17T13:08:57.069" v="941" actId="1076"/>
          <ac:graphicFrameMkLst>
            <pc:docMk/>
            <pc:sldMk cId="1152220475" sldId="257"/>
            <ac:graphicFrameMk id="9" creationId="{F2D7A83F-07EB-D533-7231-4E8EB21FA2AB}"/>
          </ac:graphicFrameMkLst>
        </pc:graphicFrameChg>
        <pc:picChg chg="add del mod">
          <ac:chgData name="Ina Fløysvik Pedersen" userId="bf96d5c3-b6d9-4e2d-a837-73c672c22f72" providerId="ADAL" clId="{7CA45309-F14F-4BA3-A50A-8E712A0F9337}" dt="2023-02-17T12:54:23.277" v="887" actId="478"/>
          <ac:picMkLst>
            <pc:docMk/>
            <pc:sldMk cId="1152220475" sldId="257"/>
            <ac:picMk id="5" creationId="{2AD53B7F-488B-0A89-DE19-4CA0A4BFE486}"/>
          </ac:picMkLst>
        </pc:picChg>
        <pc:picChg chg="add del mod">
          <ac:chgData name="Ina Fløysvik Pedersen" userId="bf96d5c3-b6d9-4e2d-a837-73c672c22f72" providerId="ADAL" clId="{7CA45309-F14F-4BA3-A50A-8E712A0F9337}" dt="2023-02-17T09:18:54.403" v="136" actId="478"/>
          <ac:picMkLst>
            <pc:docMk/>
            <pc:sldMk cId="1152220475" sldId="257"/>
            <ac:picMk id="7" creationId="{67F4B310-C791-C775-E969-C373AFD420F7}"/>
          </ac:picMkLst>
        </pc:picChg>
        <pc:picChg chg="add del mod">
          <ac:chgData name="Ina Fløysvik Pedersen" userId="bf96d5c3-b6d9-4e2d-a837-73c672c22f72" providerId="ADAL" clId="{7CA45309-F14F-4BA3-A50A-8E712A0F9337}" dt="2023-02-17T12:54:21.574" v="886" actId="478"/>
          <ac:picMkLst>
            <pc:docMk/>
            <pc:sldMk cId="1152220475" sldId="257"/>
            <ac:picMk id="8" creationId="{5BF409F9-A340-865A-20F8-CFC955DD60AC}"/>
          </ac:picMkLst>
        </pc:picChg>
      </pc:sldChg>
      <pc:sldChg chg="modSp new mod">
        <pc:chgData name="Ina Fløysvik Pedersen" userId="bf96d5c3-b6d9-4e2d-a837-73c672c22f72" providerId="ADAL" clId="{7CA45309-F14F-4BA3-A50A-8E712A0F9337}" dt="2023-02-17T13:05:06.162" v="933" actId="14100"/>
        <pc:sldMkLst>
          <pc:docMk/>
          <pc:sldMk cId="3894638933" sldId="258"/>
        </pc:sldMkLst>
        <pc:spChg chg="mod">
          <ac:chgData name="Ina Fløysvik Pedersen" userId="bf96d5c3-b6d9-4e2d-a837-73c672c22f72" providerId="ADAL" clId="{7CA45309-F14F-4BA3-A50A-8E712A0F9337}" dt="2023-02-17T09:11:42.220" v="27"/>
          <ac:spMkLst>
            <pc:docMk/>
            <pc:sldMk cId="3894638933" sldId="258"/>
            <ac:spMk id="2" creationId="{EDF9438C-97FD-ABC1-4F6C-84FC0B0725B0}"/>
          </ac:spMkLst>
        </pc:spChg>
        <pc:spChg chg="mod">
          <ac:chgData name="Ina Fløysvik Pedersen" userId="bf96d5c3-b6d9-4e2d-a837-73c672c22f72" providerId="ADAL" clId="{7CA45309-F14F-4BA3-A50A-8E712A0F9337}" dt="2023-02-17T13:05:06.162" v="933" actId="14100"/>
          <ac:spMkLst>
            <pc:docMk/>
            <pc:sldMk cId="3894638933" sldId="258"/>
            <ac:spMk id="3" creationId="{20DDED78-EA82-AEB6-4FF2-A49D873BF89E}"/>
          </ac:spMkLst>
        </pc:spChg>
      </pc:sldChg>
      <pc:sldChg chg="addSp delSp modSp new mod">
        <pc:chgData name="Ina Fløysvik Pedersen" userId="bf96d5c3-b6d9-4e2d-a837-73c672c22f72" providerId="ADAL" clId="{7CA45309-F14F-4BA3-A50A-8E712A0F9337}" dt="2023-02-17T13:19:19.859" v="958" actId="14100"/>
        <pc:sldMkLst>
          <pc:docMk/>
          <pc:sldMk cId="1159376172" sldId="259"/>
        </pc:sldMkLst>
        <pc:spChg chg="mod">
          <ac:chgData name="Ina Fløysvik Pedersen" userId="bf96d5c3-b6d9-4e2d-a837-73c672c22f72" providerId="ADAL" clId="{7CA45309-F14F-4BA3-A50A-8E712A0F9337}" dt="2023-02-17T12:54:49.111" v="889" actId="20577"/>
          <ac:spMkLst>
            <pc:docMk/>
            <pc:sldMk cId="1159376172" sldId="259"/>
            <ac:spMk id="2" creationId="{62B31744-38A1-EDD2-89CB-09501A3F9586}"/>
          </ac:spMkLst>
        </pc:spChg>
        <pc:spChg chg="mod">
          <ac:chgData name="Ina Fløysvik Pedersen" userId="bf96d5c3-b6d9-4e2d-a837-73c672c22f72" providerId="ADAL" clId="{7CA45309-F14F-4BA3-A50A-8E712A0F9337}" dt="2023-02-17T09:21:57.399" v="280" actId="20577"/>
          <ac:spMkLst>
            <pc:docMk/>
            <pc:sldMk cId="1159376172" sldId="259"/>
            <ac:spMk id="3" creationId="{C6F387E5-4B28-984F-2185-97E69B3D5481}"/>
          </ac:spMkLst>
        </pc:spChg>
        <pc:spChg chg="del mod">
          <ac:chgData name="Ina Fløysvik Pedersen" userId="bf96d5c3-b6d9-4e2d-a837-73c672c22f72" providerId="ADAL" clId="{7CA45309-F14F-4BA3-A50A-8E712A0F9337}" dt="2023-02-17T13:18:27.742" v="942" actId="931"/>
          <ac:spMkLst>
            <pc:docMk/>
            <pc:sldMk cId="1159376172" sldId="259"/>
            <ac:spMk id="4" creationId="{933AD356-30DC-8070-5A4D-212CA7196E19}"/>
          </ac:spMkLst>
        </pc:spChg>
        <pc:picChg chg="add mod">
          <ac:chgData name="Ina Fløysvik Pedersen" userId="bf96d5c3-b6d9-4e2d-a837-73c672c22f72" providerId="ADAL" clId="{7CA45309-F14F-4BA3-A50A-8E712A0F9337}" dt="2023-02-17T13:19:13.446" v="956" actId="1076"/>
          <ac:picMkLst>
            <pc:docMk/>
            <pc:sldMk cId="1159376172" sldId="259"/>
            <ac:picMk id="6" creationId="{53E409A5-5F3C-7004-BC96-92D891ECF81C}"/>
          </ac:picMkLst>
        </pc:picChg>
        <pc:picChg chg="add mod">
          <ac:chgData name="Ina Fløysvik Pedersen" userId="bf96d5c3-b6d9-4e2d-a837-73c672c22f72" providerId="ADAL" clId="{7CA45309-F14F-4BA3-A50A-8E712A0F9337}" dt="2023-02-17T13:19:19.859" v="958" actId="14100"/>
          <ac:picMkLst>
            <pc:docMk/>
            <pc:sldMk cId="1159376172" sldId="259"/>
            <ac:picMk id="8" creationId="{79FC4820-5819-2A75-E610-77452118A401}"/>
          </ac:picMkLst>
        </pc:picChg>
      </pc:sldChg>
      <pc:sldChg chg="modSp new mod">
        <pc:chgData name="Ina Fløysvik Pedersen" userId="bf96d5c3-b6d9-4e2d-a837-73c672c22f72" providerId="ADAL" clId="{7CA45309-F14F-4BA3-A50A-8E712A0F9337}" dt="2023-02-17T13:23:30.792" v="965" actId="12"/>
        <pc:sldMkLst>
          <pc:docMk/>
          <pc:sldMk cId="336691127" sldId="260"/>
        </pc:sldMkLst>
        <pc:spChg chg="mod">
          <ac:chgData name="Ina Fløysvik Pedersen" userId="bf96d5c3-b6d9-4e2d-a837-73c672c22f72" providerId="ADAL" clId="{7CA45309-F14F-4BA3-A50A-8E712A0F9337}" dt="2023-02-17T09:24:23.791" v="426" actId="20577"/>
          <ac:spMkLst>
            <pc:docMk/>
            <pc:sldMk cId="336691127" sldId="260"/>
            <ac:spMk id="2" creationId="{2C4C66A2-99B0-8679-E1EF-66B7956417F7}"/>
          </ac:spMkLst>
        </pc:spChg>
        <pc:spChg chg="mod">
          <ac:chgData name="Ina Fløysvik Pedersen" userId="bf96d5c3-b6d9-4e2d-a837-73c672c22f72" providerId="ADAL" clId="{7CA45309-F14F-4BA3-A50A-8E712A0F9337}" dt="2023-02-17T13:23:30.792" v="965" actId="12"/>
          <ac:spMkLst>
            <pc:docMk/>
            <pc:sldMk cId="336691127" sldId="260"/>
            <ac:spMk id="3" creationId="{537D661E-D45F-D64E-5BBB-517A4F783707}"/>
          </ac:spMkLst>
        </pc:spChg>
      </pc:sldChg>
      <pc:sldChg chg="addSp delSp modSp new mod ord">
        <pc:chgData name="Ina Fløysvik Pedersen" userId="bf96d5c3-b6d9-4e2d-a837-73c672c22f72" providerId="ADAL" clId="{7CA45309-F14F-4BA3-A50A-8E712A0F9337}" dt="2023-02-17T13:04:30.453" v="929" actId="339"/>
        <pc:sldMkLst>
          <pc:docMk/>
          <pc:sldMk cId="2280515075" sldId="261"/>
        </pc:sldMkLst>
        <pc:spChg chg="mod">
          <ac:chgData name="Ina Fløysvik Pedersen" userId="bf96d5c3-b6d9-4e2d-a837-73c672c22f72" providerId="ADAL" clId="{7CA45309-F14F-4BA3-A50A-8E712A0F9337}" dt="2023-02-17T09:25:33.155" v="492" actId="20577"/>
          <ac:spMkLst>
            <pc:docMk/>
            <pc:sldMk cId="2280515075" sldId="261"/>
            <ac:spMk id="2" creationId="{0E630EFE-8549-0ADB-ADCA-162CC847979E}"/>
          </ac:spMkLst>
        </pc:spChg>
        <pc:spChg chg="mod">
          <ac:chgData name="Ina Fløysvik Pedersen" userId="bf96d5c3-b6d9-4e2d-a837-73c672c22f72" providerId="ADAL" clId="{7CA45309-F14F-4BA3-A50A-8E712A0F9337}" dt="2023-02-17T12:55:39.989" v="896" actId="20577"/>
          <ac:spMkLst>
            <pc:docMk/>
            <pc:sldMk cId="2280515075" sldId="261"/>
            <ac:spMk id="3" creationId="{1FEF6719-3FD2-CD00-0104-0817D5487B10}"/>
          </ac:spMkLst>
        </pc:spChg>
        <pc:spChg chg="del">
          <ac:chgData name="Ina Fløysvik Pedersen" userId="bf96d5c3-b6d9-4e2d-a837-73c672c22f72" providerId="ADAL" clId="{7CA45309-F14F-4BA3-A50A-8E712A0F9337}" dt="2023-02-17T11:21:42.707" v="531"/>
          <ac:spMkLst>
            <pc:docMk/>
            <pc:sldMk cId="2280515075" sldId="261"/>
            <ac:spMk id="4" creationId="{20A65C5F-C645-DDC3-B721-FFDF14616A75}"/>
          </ac:spMkLst>
        </pc:spChg>
        <pc:spChg chg="add del mod">
          <ac:chgData name="Ina Fløysvik Pedersen" userId="bf96d5c3-b6d9-4e2d-a837-73c672c22f72" providerId="ADAL" clId="{7CA45309-F14F-4BA3-A50A-8E712A0F9337}" dt="2023-02-17T13:04:22.082" v="928" actId="931"/>
          <ac:spMkLst>
            <pc:docMk/>
            <pc:sldMk cId="2280515075" sldId="261"/>
            <ac:spMk id="7" creationId="{DA5FD8AE-DF8D-C5E7-C0A0-A7B3C0F88EBB}"/>
          </ac:spMkLst>
        </pc:spChg>
        <pc:graphicFrameChg chg="add mod ord modGraphic">
          <ac:chgData name="Ina Fløysvik Pedersen" userId="bf96d5c3-b6d9-4e2d-a837-73c672c22f72" providerId="ADAL" clId="{7CA45309-F14F-4BA3-A50A-8E712A0F9337}" dt="2023-02-17T13:04:30.453" v="929" actId="339"/>
          <ac:graphicFrameMkLst>
            <pc:docMk/>
            <pc:sldMk cId="2280515075" sldId="261"/>
            <ac:graphicFrameMk id="8" creationId="{6F8C264F-1E02-6986-FF32-7B7838E1A9B8}"/>
          </ac:graphicFrameMkLst>
        </pc:graphicFrameChg>
        <pc:picChg chg="add del mod">
          <ac:chgData name="Ina Fløysvik Pedersen" userId="bf96d5c3-b6d9-4e2d-a837-73c672c22f72" providerId="ADAL" clId="{7CA45309-F14F-4BA3-A50A-8E712A0F9337}" dt="2023-02-17T12:55:42.407" v="898" actId="478"/>
          <ac:picMkLst>
            <pc:docMk/>
            <pc:sldMk cId="2280515075" sldId="261"/>
            <ac:picMk id="5" creationId="{95F9370D-A2BA-EF4E-6D07-274B017CB810}"/>
          </ac:picMkLst>
        </pc:picChg>
        <pc:picChg chg="add del mod">
          <ac:chgData name="Ina Fløysvik Pedersen" userId="bf96d5c3-b6d9-4e2d-a837-73c672c22f72" providerId="ADAL" clId="{7CA45309-F14F-4BA3-A50A-8E712A0F9337}" dt="2023-02-17T12:55:41.493" v="897" actId="478"/>
          <ac:picMkLst>
            <pc:docMk/>
            <pc:sldMk cId="2280515075" sldId="261"/>
            <ac:picMk id="6" creationId="{EA011B5A-148C-2FB1-FD43-B9A2D6A6BA34}"/>
          </ac:picMkLst>
        </pc:picChg>
      </pc:sldChg>
      <pc:sldChg chg="addSp delSp modSp add mod ord">
        <pc:chgData name="Ina Fløysvik Pedersen" userId="bf96d5c3-b6d9-4e2d-a837-73c672c22f72" providerId="ADAL" clId="{7CA45309-F14F-4BA3-A50A-8E712A0F9337}" dt="2023-02-17T13:20:09.007" v="961"/>
        <pc:sldMkLst>
          <pc:docMk/>
          <pc:sldMk cId="782354366" sldId="262"/>
        </pc:sldMkLst>
        <pc:spChg chg="mod">
          <ac:chgData name="Ina Fløysvik Pedersen" userId="bf96d5c3-b6d9-4e2d-a837-73c672c22f72" providerId="ADAL" clId="{7CA45309-F14F-4BA3-A50A-8E712A0F9337}" dt="2023-02-17T12:56:40.452" v="916" actId="20577"/>
          <ac:spMkLst>
            <pc:docMk/>
            <pc:sldMk cId="782354366" sldId="262"/>
            <ac:spMk id="2" creationId="{62B31744-38A1-EDD2-89CB-09501A3F9586}"/>
          </ac:spMkLst>
        </pc:spChg>
        <pc:spChg chg="del mod">
          <ac:chgData name="Ina Fløysvik Pedersen" userId="bf96d5c3-b6d9-4e2d-a837-73c672c22f72" providerId="ADAL" clId="{7CA45309-F14F-4BA3-A50A-8E712A0F9337}" dt="2023-02-17T13:20:09.007" v="961"/>
          <ac:spMkLst>
            <pc:docMk/>
            <pc:sldMk cId="782354366" sldId="262"/>
            <ac:spMk id="3" creationId="{C6F387E5-4B28-984F-2185-97E69B3D5481}"/>
          </ac:spMkLst>
        </pc:spChg>
        <pc:spChg chg="mod">
          <ac:chgData name="Ina Fløysvik Pedersen" userId="bf96d5c3-b6d9-4e2d-a837-73c672c22f72" providerId="ADAL" clId="{7CA45309-F14F-4BA3-A50A-8E712A0F9337}" dt="2023-02-17T12:05:18.292" v="835" actId="20577"/>
          <ac:spMkLst>
            <pc:docMk/>
            <pc:sldMk cId="782354366" sldId="262"/>
            <ac:spMk id="4" creationId="{933AD356-30DC-8070-5A4D-212CA7196E19}"/>
          </ac:spMkLst>
        </pc:spChg>
        <pc:graphicFrameChg chg="add mod">
          <ac:chgData name="Ina Fløysvik Pedersen" userId="bf96d5c3-b6d9-4e2d-a837-73c672c22f72" providerId="ADAL" clId="{7CA45309-F14F-4BA3-A50A-8E712A0F9337}" dt="2023-02-17T13:20:09.007" v="961"/>
          <ac:graphicFrameMkLst>
            <pc:docMk/>
            <pc:sldMk cId="782354366" sldId="262"/>
            <ac:graphicFrameMk id="5" creationId="{9073B057-5B4F-6D26-6123-4D64AE401BCE}"/>
          </ac:graphicFrameMkLst>
        </pc:graphicFrameChg>
      </pc:sldChg>
      <pc:sldChg chg="add del">
        <pc:chgData name="Ina Fløysvik Pedersen" userId="bf96d5c3-b6d9-4e2d-a837-73c672c22f72" providerId="ADAL" clId="{7CA45309-F14F-4BA3-A50A-8E712A0F9337}" dt="2023-02-17T09:25:59.036" v="494" actId="2696"/>
        <pc:sldMkLst>
          <pc:docMk/>
          <pc:sldMk cId="4224648867" sldId="262"/>
        </pc:sldMkLst>
      </pc:sldChg>
      <pc:sldChg chg="modSp add mod ord">
        <pc:chgData name="Ina Fløysvik Pedersen" userId="bf96d5c3-b6d9-4e2d-a837-73c672c22f72" providerId="ADAL" clId="{7CA45309-F14F-4BA3-A50A-8E712A0F9337}" dt="2023-02-17T13:23:51.111" v="967" actId="12"/>
        <pc:sldMkLst>
          <pc:docMk/>
          <pc:sldMk cId="2682093846" sldId="263"/>
        </pc:sldMkLst>
        <pc:spChg chg="mod">
          <ac:chgData name="Ina Fløysvik Pedersen" userId="bf96d5c3-b6d9-4e2d-a837-73c672c22f72" providerId="ADAL" clId="{7CA45309-F14F-4BA3-A50A-8E712A0F9337}" dt="2023-02-17T09:27:02.246" v="518" actId="20577"/>
          <ac:spMkLst>
            <pc:docMk/>
            <pc:sldMk cId="2682093846" sldId="263"/>
            <ac:spMk id="2" creationId="{2C4C66A2-99B0-8679-E1EF-66B7956417F7}"/>
          </ac:spMkLst>
        </pc:spChg>
        <pc:spChg chg="mod">
          <ac:chgData name="Ina Fløysvik Pedersen" userId="bf96d5c3-b6d9-4e2d-a837-73c672c22f72" providerId="ADAL" clId="{7CA45309-F14F-4BA3-A50A-8E712A0F9337}" dt="2023-02-17T13:23:51.111" v="967" actId="12"/>
          <ac:spMkLst>
            <pc:docMk/>
            <pc:sldMk cId="2682093846" sldId="263"/>
            <ac:spMk id="3" creationId="{537D661E-D45F-D64E-5BBB-517A4F783707}"/>
          </ac:spMkLst>
        </pc:spChg>
      </pc:sldChg>
      <pc:sldChg chg="modSp new mod">
        <pc:chgData name="Ina Fløysvik Pedersen" userId="bf96d5c3-b6d9-4e2d-a837-73c672c22f72" providerId="ADAL" clId="{7CA45309-F14F-4BA3-A50A-8E712A0F9337}" dt="2023-02-22T09:56:09.932" v="1095" actId="20577"/>
        <pc:sldMkLst>
          <pc:docMk/>
          <pc:sldMk cId="2377839380" sldId="264"/>
        </pc:sldMkLst>
        <pc:spChg chg="mod">
          <ac:chgData name="Ina Fløysvik Pedersen" userId="bf96d5c3-b6d9-4e2d-a837-73c672c22f72" providerId="ADAL" clId="{7CA45309-F14F-4BA3-A50A-8E712A0F9337}" dt="2023-02-17T12:57:05.708" v="927" actId="20577"/>
          <ac:spMkLst>
            <pc:docMk/>
            <pc:sldMk cId="2377839380" sldId="264"/>
            <ac:spMk id="2" creationId="{03A94FC3-6345-60AC-2739-1A6B6AB9C249}"/>
          </ac:spMkLst>
        </pc:spChg>
        <pc:spChg chg="mod">
          <ac:chgData name="Ina Fløysvik Pedersen" userId="bf96d5c3-b6d9-4e2d-a837-73c672c22f72" providerId="ADAL" clId="{7CA45309-F14F-4BA3-A50A-8E712A0F9337}" dt="2023-02-22T09:56:09.932" v="1095" actId="20577"/>
          <ac:spMkLst>
            <pc:docMk/>
            <pc:sldMk cId="2377839380" sldId="264"/>
            <ac:spMk id="3" creationId="{B59E75A8-5713-BAB8-79E3-95B96B8CE45D}"/>
          </ac:spMkLst>
        </pc:spChg>
      </pc:sldChg>
      <pc:sldChg chg="modSp add mod">
        <pc:chgData name="Ina Fløysvik Pedersen" userId="bf96d5c3-b6d9-4e2d-a837-73c672c22f72" providerId="ADAL" clId="{7CA45309-F14F-4BA3-A50A-8E712A0F9337}" dt="2023-02-17T12:54:09.851" v="885" actId="20577"/>
        <pc:sldMkLst>
          <pc:docMk/>
          <pc:sldMk cId="344487975" sldId="265"/>
        </pc:sldMkLst>
        <pc:spChg chg="mod">
          <ac:chgData name="Ina Fløysvik Pedersen" userId="bf96d5c3-b6d9-4e2d-a837-73c672c22f72" providerId="ADAL" clId="{7CA45309-F14F-4BA3-A50A-8E712A0F9337}" dt="2023-02-17T12:54:06.099" v="884" actId="20577"/>
          <ac:spMkLst>
            <pc:docMk/>
            <pc:sldMk cId="344487975" sldId="265"/>
            <ac:spMk id="2" creationId="{355572C6-EC8C-1A47-7413-6FDE336BCB36}"/>
          </ac:spMkLst>
        </pc:spChg>
        <pc:spChg chg="mod">
          <ac:chgData name="Ina Fløysvik Pedersen" userId="bf96d5c3-b6d9-4e2d-a837-73c672c22f72" providerId="ADAL" clId="{7CA45309-F14F-4BA3-A50A-8E712A0F9337}" dt="2023-02-17T12:54:09.851" v="885" actId="20577"/>
          <ac:spMkLst>
            <pc:docMk/>
            <pc:sldMk cId="344487975" sldId="265"/>
            <ac:spMk id="3" creationId="{937F5D29-6851-1B36-8F26-3CDB58B95AA8}"/>
          </ac:spMkLst>
        </pc:spChg>
      </pc:sldChg>
      <pc:sldChg chg="addSp delSp modSp add mod">
        <pc:chgData name="Ina Fløysvik Pedersen" userId="bf96d5c3-b6d9-4e2d-a837-73c672c22f72" providerId="ADAL" clId="{7CA45309-F14F-4BA3-A50A-8E712A0F9337}" dt="2023-02-17T13:19:56.058" v="960" actId="339"/>
        <pc:sldMkLst>
          <pc:docMk/>
          <pc:sldMk cId="991303836" sldId="266"/>
        </pc:sldMkLst>
        <pc:spChg chg="mod">
          <ac:chgData name="Ina Fløysvik Pedersen" userId="bf96d5c3-b6d9-4e2d-a837-73c672c22f72" providerId="ADAL" clId="{7CA45309-F14F-4BA3-A50A-8E712A0F9337}" dt="2023-02-17T12:55:03.889" v="894" actId="20577"/>
          <ac:spMkLst>
            <pc:docMk/>
            <pc:sldMk cId="991303836" sldId="266"/>
            <ac:spMk id="2" creationId="{62B31744-38A1-EDD2-89CB-09501A3F9586}"/>
          </ac:spMkLst>
        </pc:spChg>
        <pc:spChg chg="del mod">
          <ac:chgData name="Ina Fløysvik Pedersen" userId="bf96d5c3-b6d9-4e2d-a837-73c672c22f72" providerId="ADAL" clId="{7CA45309-F14F-4BA3-A50A-8E712A0F9337}" dt="2023-02-17T13:19:51.954" v="959" actId="931"/>
          <ac:spMkLst>
            <pc:docMk/>
            <pc:sldMk cId="991303836" sldId="266"/>
            <ac:spMk id="3" creationId="{C6F387E5-4B28-984F-2185-97E69B3D5481}"/>
          </ac:spMkLst>
        </pc:spChg>
        <pc:graphicFrameChg chg="add mod ord modGraphic">
          <ac:chgData name="Ina Fløysvik Pedersen" userId="bf96d5c3-b6d9-4e2d-a837-73c672c22f72" providerId="ADAL" clId="{7CA45309-F14F-4BA3-A50A-8E712A0F9337}" dt="2023-02-17T13:19:56.058" v="960" actId="339"/>
          <ac:graphicFrameMkLst>
            <pc:docMk/>
            <pc:sldMk cId="991303836" sldId="266"/>
            <ac:graphicFrameMk id="5" creationId="{8B3BAE1B-631A-9451-C973-0252787ECF73}"/>
          </ac:graphicFrameMkLst>
        </pc:graphicFrameChg>
      </pc:sldChg>
      <pc:sldChg chg="modSp add mod">
        <pc:chgData name="Ina Fløysvik Pedersen" userId="bf96d5c3-b6d9-4e2d-a837-73c672c22f72" providerId="ADAL" clId="{7CA45309-F14F-4BA3-A50A-8E712A0F9337}" dt="2023-02-17T12:55:54.550" v="909" actId="20577"/>
        <pc:sldMkLst>
          <pc:docMk/>
          <pc:sldMk cId="3596538320" sldId="267"/>
        </pc:sldMkLst>
        <pc:spChg chg="mod">
          <ac:chgData name="Ina Fløysvik Pedersen" userId="bf96d5c3-b6d9-4e2d-a837-73c672c22f72" providerId="ADAL" clId="{7CA45309-F14F-4BA3-A50A-8E712A0F9337}" dt="2023-02-17T12:55:54.550" v="909" actId="20577"/>
          <ac:spMkLst>
            <pc:docMk/>
            <pc:sldMk cId="3596538320" sldId="267"/>
            <ac:spMk id="2" creationId="{0E630EFE-8549-0ADB-ADCA-162CC847979E}"/>
          </ac:spMkLst>
        </pc:spChg>
        <pc:spChg chg="mod">
          <ac:chgData name="Ina Fløysvik Pedersen" userId="bf96d5c3-b6d9-4e2d-a837-73c672c22f72" providerId="ADAL" clId="{7CA45309-F14F-4BA3-A50A-8E712A0F9337}" dt="2023-02-17T12:55:49.746" v="899" actId="20577"/>
          <ac:spMkLst>
            <pc:docMk/>
            <pc:sldMk cId="3596538320" sldId="267"/>
            <ac:spMk id="3" creationId="{1FEF6719-3FD2-CD00-0104-0817D5487B10}"/>
          </ac:spMkLst>
        </pc:spChg>
      </pc:sldChg>
      <pc:sldChg chg="addSp delSp modSp add mod ord">
        <pc:chgData name="Ina Fløysvik Pedersen" userId="bf96d5c3-b6d9-4e2d-a837-73c672c22f72" providerId="ADAL" clId="{7CA45309-F14F-4BA3-A50A-8E712A0F9337}" dt="2023-02-17T13:25:46.159" v="976" actId="1076"/>
        <pc:sldMkLst>
          <pc:docMk/>
          <pc:sldMk cId="220379440" sldId="268"/>
        </pc:sldMkLst>
        <pc:spChg chg="mod">
          <ac:chgData name="Ina Fløysvik Pedersen" userId="bf96d5c3-b6d9-4e2d-a837-73c672c22f72" providerId="ADAL" clId="{7CA45309-F14F-4BA3-A50A-8E712A0F9337}" dt="2023-02-17T12:56:16.294" v="911" actId="20577"/>
          <ac:spMkLst>
            <pc:docMk/>
            <pc:sldMk cId="220379440" sldId="268"/>
            <ac:spMk id="2" creationId="{62B31744-38A1-EDD2-89CB-09501A3F9586}"/>
          </ac:spMkLst>
        </pc:spChg>
        <pc:spChg chg="del mod">
          <ac:chgData name="Ina Fløysvik Pedersen" userId="bf96d5c3-b6d9-4e2d-a837-73c672c22f72" providerId="ADAL" clId="{7CA45309-F14F-4BA3-A50A-8E712A0F9337}" dt="2023-02-17T13:25:17.115" v="968" actId="931"/>
          <ac:spMkLst>
            <pc:docMk/>
            <pc:sldMk cId="220379440" sldId="268"/>
            <ac:spMk id="4" creationId="{933AD356-30DC-8070-5A4D-212CA7196E19}"/>
          </ac:spMkLst>
        </pc:spChg>
        <pc:graphicFrameChg chg="add mod ord modGraphic">
          <ac:chgData name="Ina Fløysvik Pedersen" userId="bf96d5c3-b6d9-4e2d-a837-73c672c22f72" providerId="ADAL" clId="{7CA45309-F14F-4BA3-A50A-8E712A0F9337}" dt="2023-02-17T13:25:20.517" v="969" actId="1076"/>
          <ac:graphicFrameMkLst>
            <pc:docMk/>
            <pc:sldMk cId="220379440" sldId="268"/>
            <ac:graphicFrameMk id="5" creationId="{F8D3516D-4AB7-1DC6-6C14-CAEBF482ADBB}"/>
          </ac:graphicFrameMkLst>
        </pc:graphicFrameChg>
        <pc:graphicFrameChg chg="add mod modGraphic">
          <ac:chgData name="Ina Fløysvik Pedersen" userId="bf96d5c3-b6d9-4e2d-a837-73c672c22f72" providerId="ADAL" clId="{7CA45309-F14F-4BA3-A50A-8E712A0F9337}" dt="2023-02-17T13:25:43.125" v="975" actId="1076"/>
          <ac:graphicFrameMkLst>
            <pc:docMk/>
            <pc:sldMk cId="220379440" sldId="268"/>
            <ac:graphicFrameMk id="6" creationId="{9831D60F-62CD-183F-4B55-6844CE8E48F8}"/>
          </ac:graphicFrameMkLst>
        </pc:graphicFrameChg>
        <pc:graphicFrameChg chg="add mod modGraphic">
          <ac:chgData name="Ina Fløysvik Pedersen" userId="bf96d5c3-b6d9-4e2d-a837-73c672c22f72" providerId="ADAL" clId="{7CA45309-F14F-4BA3-A50A-8E712A0F9337}" dt="2023-02-17T13:25:46.159" v="976" actId="1076"/>
          <ac:graphicFrameMkLst>
            <pc:docMk/>
            <pc:sldMk cId="220379440" sldId="268"/>
            <ac:graphicFrameMk id="7" creationId="{46399D53-D46F-F8A8-B7A6-1DE86AC90999}"/>
          </ac:graphicFrameMkLst>
        </pc:graphicFrameChg>
      </pc:sldChg>
    </pc:docChg>
  </pc:docChgLst>
  <pc:docChgLst>
    <pc:chgData name="Ina Fløysvik Pedersen" userId="bf96d5c3-b6d9-4e2d-a837-73c672c22f72" providerId="ADAL" clId="{B1880949-B71E-43F8-B97E-41231D37DD71}"/>
    <pc:docChg chg="modSld">
      <pc:chgData name="Ina Fløysvik Pedersen" userId="bf96d5c3-b6d9-4e2d-a837-73c672c22f72" providerId="ADAL" clId="{B1880949-B71E-43F8-B97E-41231D37DD71}" dt="2023-03-17T12:06:09.845" v="11"/>
      <pc:docMkLst>
        <pc:docMk/>
      </pc:docMkLst>
      <pc:sldChg chg="modNotesTx">
        <pc:chgData name="Ina Fløysvik Pedersen" userId="bf96d5c3-b6d9-4e2d-a837-73c672c22f72" providerId="ADAL" clId="{B1880949-B71E-43F8-B97E-41231D37DD71}" dt="2023-03-17T12:03:12.992" v="0"/>
        <pc:sldMkLst>
          <pc:docMk/>
          <pc:sldMk cId="2492026153" sldId="256"/>
        </pc:sldMkLst>
      </pc:sldChg>
      <pc:sldChg chg="modNotesTx">
        <pc:chgData name="Ina Fløysvik Pedersen" userId="bf96d5c3-b6d9-4e2d-a837-73c672c22f72" providerId="ADAL" clId="{B1880949-B71E-43F8-B97E-41231D37DD71}" dt="2023-03-17T12:03:43.013" v="2"/>
        <pc:sldMkLst>
          <pc:docMk/>
          <pc:sldMk cId="1152220475" sldId="257"/>
        </pc:sldMkLst>
      </pc:sldChg>
      <pc:sldChg chg="modNotesTx">
        <pc:chgData name="Ina Fløysvik Pedersen" userId="bf96d5c3-b6d9-4e2d-a837-73c672c22f72" providerId="ADAL" clId="{B1880949-B71E-43F8-B97E-41231D37DD71}" dt="2023-03-17T12:03:26.198" v="1"/>
        <pc:sldMkLst>
          <pc:docMk/>
          <pc:sldMk cId="3894638933" sldId="258"/>
        </pc:sldMkLst>
      </pc:sldChg>
      <pc:sldChg chg="modNotesTx">
        <pc:chgData name="Ina Fløysvik Pedersen" userId="bf96d5c3-b6d9-4e2d-a837-73c672c22f72" providerId="ADAL" clId="{B1880949-B71E-43F8-B97E-41231D37DD71}" dt="2023-03-17T12:04:07.169" v="4"/>
        <pc:sldMkLst>
          <pc:docMk/>
          <pc:sldMk cId="1159376172" sldId="259"/>
        </pc:sldMkLst>
      </pc:sldChg>
      <pc:sldChg chg="modNotesTx">
        <pc:chgData name="Ina Fløysvik Pedersen" userId="bf96d5c3-b6d9-4e2d-a837-73c672c22f72" providerId="ADAL" clId="{B1880949-B71E-43F8-B97E-41231D37DD71}" dt="2023-03-17T12:04:50.899" v="6"/>
        <pc:sldMkLst>
          <pc:docMk/>
          <pc:sldMk cId="336691127" sldId="260"/>
        </pc:sldMkLst>
      </pc:sldChg>
      <pc:sldChg chg="modNotesTx">
        <pc:chgData name="Ina Fløysvik Pedersen" userId="bf96d5c3-b6d9-4e2d-a837-73c672c22f72" providerId="ADAL" clId="{B1880949-B71E-43F8-B97E-41231D37DD71}" dt="2023-03-17T12:05:04.233" v="7"/>
        <pc:sldMkLst>
          <pc:docMk/>
          <pc:sldMk cId="2280515075" sldId="261"/>
        </pc:sldMkLst>
      </pc:sldChg>
      <pc:sldChg chg="modNotesTx">
        <pc:chgData name="Ina Fløysvik Pedersen" userId="bf96d5c3-b6d9-4e2d-a837-73c672c22f72" providerId="ADAL" clId="{B1880949-B71E-43F8-B97E-41231D37DD71}" dt="2023-03-17T12:05:58.191" v="10"/>
        <pc:sldMkLst>
          <pc:docMk/>
          <pc:sldMk cId="782354366" sldId="262"/>
        </pc:sldMkLst>
      </pc:sldChg>
      <pc:sldChg chg="modNotesTx">
        <pc:chgData name="Ina Fløysvik Pedersen" userId="bf96d5c3-b6d9-4e2d-a837-73c672c22f72" providerId="ADAL" clId="{B1880949-B71E-43F8-B97E-41231D37DD71}" dt="2023-03-17T12:06:09.845" v="11"/>
        <pc:sldMkLst>
          <pc:docMk/>
          <pc:sldMk cId="2682093846" sldId="263"/>
        </pc:sldMkLst>
      </pc:sldChg>
      <pc:sldChg chg="modNotesTx">
        <pc:chgData name="Ina Fløysvik Pedersen" userId="bf96d5c3-b6d9-4e2d-a837-73c672c22f72" providerId="ADAL" clId="{B1880949-B71E-43F8-B97E-41231D37DD71}" dt="2023-03-17T12:03:56.326" v="3"/>
        <pc:sldMkLst>
          <pc:docMk/>
          <pc:sldMk cId="344487975" sldId="265"/>
        </pc:sldMkLst>
      </pc:sldChg>
      <pc:sldChg chg="modNotesTx">
        <pc:chgData name="Ina Fløysvik Pedersen" userId="bf96d5c3-b6d9-4e2d-a837-73c672c22f72" providerId="ADAL" clId="{B1880949-B71E-43F8-B97E-41231D37DD71}" dt="2023-03-17T12:04:25.647" v="5"/>
        <pc:sldMkLst>
          <pc:docMk/>
          <pc:sldMk cId="991303836" sldId="266"/>
        </pc:sldMkLst>
      </pc:sldChg>
      <pc:sldChg chg="modNotesTx">
        <pc:chgData name="Ina Fløysvik Pedersen" userId="bf96d5c3-b6d9-4e2d-a837-73c672c22f72" providerId="ADAL" clId="{B1880949-B71E-43F8-B97E-41231D37DD71}" dt="2023-03-17T12:05:24.192" v="8"/>
        <pc:sldMkLst>
          <pc:docMk/>
          <pc:sldMk cId="3596538320" sldId="267"/>
        </pc:sldMkLst>
      </pc:sldChg>
      <pc:sldChg chg="modNotesTx">
        <pc:chgData name="Ina Fløysvik Pedersen" userId="bf96d5c3-b6d9-4e2d-a837-73c672c22f72" providerId="ADAL" clId="{B1880949-B71E-43F8-B97E-41231D37DD71}" dt="2023-03-17T12:05:36.099" v="9"/>
        <pc:sldMkLst>
          <pc:docMk/>
          <pc:sldMk cId="220379440"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B9CD68-9633-4475-9FF6-5379340F0074}" type="datetimeFigureOut">
              <a:rPr lang="en-US" smtClean="0"/>
              <a:t>3/17/2023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A7DA4C-CCBD-4231-B558-8DCAFD6BE42F}" type="slidenum">
              <a:rPr lang="en-US" smtClean="0"/>
              <a:t>‹#›</a:t>
            </a:fld>
            <a:endParaRPr lang="en-US"/>
          </a:p>
        </p:txBody>
      </p:sp>
    </p:spTree>
    <p:extLst>
      <p:ext uri="{BB962C8B-B14F-4D97-AF65-F5344CB8AC3E}">
        <p14:creationId xmlns:p14="http://schemas.microsoft.com/office/powerpoint/2010/main" val="861990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rial" panose="020B0604020202020204" pitchFamily="34" charset="0"/>
                <a:ea typeface="Calibri" panose="020F0502020204030204" pitchFamily="34" charset="0"/>
              </a:rPr>
              <a:t>Welcome to a presentation of the Mediator and Strategy Design Patterns</a:t>
            </a:r>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1</a:t>
            </a:fld>
            <a:endParaRPr lang="en-US"/>
          </a:p>
        </p:txBody>
      </p:sp>
    </p:spTree>
    <p:extLst>
      <p:ext uri="{BB962C8B-B14F-4D97-AF65-F5344CB8AC3E}">
        <p14:creationId xmlns:p14="http://schemas.microsoft.com/office/powerpoint/2010/main" val="1736255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Both the Mediator and Strategy are behavioral design pattern. Behavioral patterns defines ways to communicate between classes or objects. They characterize complex control flow, that is difficult to follow at runtime, and they let you concentrate on the way objects are interconnected.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When setting up both pattern you have to look at what your project needs, when you are going to choose, if you are going to use abstract classes, or interfaces. </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An abstract class can‘t be instantiated, and is designed to be inherited, while interfaces is a contract, and don’t have any implementations.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2</a:t>
            </a:fld>
            <a:endParaRPr lang="en-US"/>
          </a:p>
        </p:txBody>
      </p:sp>
    </p:spTree>
    <p:extLst>
      <p:ext uri="{BB962C8B-B14F-4D97-AF65-F5344CB8AC3E}">
        <p14:creationId xmlns:p14="http://schemas.microsoft.com/office/powerpoint/2010/main" val="1309239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intent of the mediator pattern is to define an object, that is the mediator, which encapsulates how a set of objects interact. It does this by forcing objects to communicate via that mediator. And by doing so, it promotes loose coupling by keeping the objects from referring to each other explicitly, and it also lets you control and vary their interactions independently.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An example of this is a set of objects that need to interact with each other, but in order to do that, they would need to hold references to each other. When you got a lot of objects, and they all need to hold all of the references and managing them and keeping communication in sync would become a big problem. But by using the mediator pattern the mediator provide a central object, which maintains references of objects that want to communicate with each other, and handles communication between all the objects, and everything becomes more manageable.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If you code in .NET you might have heard about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MediatR</a:t>
            </a:r>
            <a:r>
              <a:rPr lang="en-US" sz="1800" dirty="0">
                <a:effectLst/>
                <a:latin typeface="Arial" panose="020B0604020202020204" pitchFamily="34" charset="0"/>
                <a:ea typeface="Calibri" panose="020F0502020204030204" pitchFamily="34" charset="0"/>
                <a:cs typeface="Times New Roman" panose="02020603050405020304" pitchFamily="18" charset="0"/>
              </a:rPr>
              <a:t>, this is .NET’s implementation of the mediator pattern. The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MediatR</a:t>
            </a:r>
            <a:r>
              <a:rPr lang="en-US" sz="1800" dirty="0">
                <a:effectLst/>
                <a:latin typeface="Arial" panose="020B0604020202020204" pitchFamily="34" charset="0"/>
                <a:ea typeface="Calibri" panose="020F0502020204030204" pitchFamily="34" charset="0"/>
                <a:cs typeface="Times New Roman" panose="02020603050405020304" pitchFamily="18" charset="0"/>
              </a:rPr>
              <a:t> is a NuGet package that supports requests/response, commands, queries, notifications and events synchronous and asynchronous.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3</a:t>
            </a:fld>
            <a:endParaRPr lang="en-US"/>
          </a:p>
        </p:txBody>
      </p:sp>
    </p:spTree>
    <p:extLst>
      <p:ext uri="{BB962C8B-B14F-4D97-AF65-F5344CB8AC3E}">
        <p14:creationId xmlns:p14="http://schemas.microsoft.com/office/powerpoint/2010/main" val="3378909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Now let’s look at the structure that is shown in the white image and connect it to an example which is shown in black.</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Say we have a chatroom like slack, where you have a whole lot of users and different ways you can communicate such as private chat or a public chatroom for a group of people. In the private chat/chatrooms it is important that only the people that is a member of that chat can read and write messages, while in the public chatrooms you have to just join the chat to be able to write and read the conversations.</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By using the mediator pattern, we can custom build, who has access to which messages. This can be done like this:</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The Chatroom would define the interface for communication, this could be either an abstract class or an interface. In this demo, we will use an interface and call it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IChatRoom</a:t>
            </a:r>
            <a:r>
              <a:rPr lang="en-US" sz="1800" dirty="0">
                <a:effectLst/>
                <a:latin typeface="Arial" panose="020B0604020202020204" pitchFamily="34" charset="0"/>
                <a:ea typeface="Calibri" panose="020F0502020204030204" pitchFamily="34" charset="0"/>
                <a:cs typeface="Times New Roman" panose="02020603050405020304" pitchFamily="18" charset="0"/>
              </a:rPr>
              <a:t>. A concrete implementation of the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IChatRoom</a:t>
            </a:r>
            <a:r>
              <a:rPr lang="en-US" sz="1800" dirty="0">
                <a:effectLst/>
                <a:latin typeface="Arial" panose="020B0604020202020204" pitchFamily="34" charset="0"/>
                <a:ea typeface="Calibri" panose="020F0502020204030204" pitchFamily="34" charset="0"/>
                <a:cs typeface="Times New Roman" panose="02020603050405020304" pitchFamily="18" charset="0"/>
              </a:rPr>
              <a:t> would be a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TeamChatRoom</a:t>
            </a:r>
            <a:r>
              <a:rPr lang="en-US" sz="1800" dirty="0">
                <a:effectLst/>
                <a:latin typeface="Arial" panose="020B0604020202020204" pitchFamily="34" charset="0"/>
                <a:ea typeface="Calibri" panose="020F0502020204030204" pitchFamily="34" charset="0"/>
                <a:cs typeface="Times New Roman" panose="02020603050405020304" pitchFamily="18" charset="0"/>
              </a:rPr>
              <a:t>. </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In the chatroom we would need users, let’s call those Team Members, these would communicate with each other, but instead of communicating directly with each other they would communicate with the chatroom.</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We can have Two example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concreteTeamMembers</a:t>
            </a:r>
            <a:r>
              <a:rPr lang="en-US" sz="1800" dirty="0">
                <a:effectLst/>
                <a:latin typeface="Arial" panose="020B0604020202020204" pitchFamily="34" charset="0"/>
                <a:ea typeface="Calibri" panose="020F0502020204030204" pitchFamily="34" charset="0"/>
                <a:cs typeface="Times New Roman" panose="02020603050405020304" pitchFamily="18" charset="0"/>
              </a:rPr>
              <a:t>, and those could be Equinor employee and Bouvet employee. Bouvet would have a chatroom that is only available for them, as would Equinor, but both employee types could communicate via a public chatroom where they could collaborate and discuss. </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The mediator would filter and give access to those who is in the groups, and the group that have access to a specific private chatroom and would hide that chatroom for those who don’t have access. By holding on to the individual user’s references.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4</a:t>
            </a:fld>
            <a:endParaRPr lang="en-US"/>
          </a:p>
        </p:txBody>
      </p:sp>
    </p:spTree>
    <p:extLst>
      <p:ext uri="{BB962C8B-B14F-4D97-AF65-F5344CB8AC3E}">
        <p14:creationId xmlns:p14="http://schemas.microsoft.com/office/powerpoint/2010/main" val="3798694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It is a few good use cases where it would be appropriate to use the mediator pattern. </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When a set of objects communicate in a complex way.</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When an object refers to and communicate with many different objects and it has tight coupling. And When behavior that is distributed between several classes should be customizable without a lot of subclassing.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5</a:t>
            </a:fld>
            <a:endParaRPr lang="en-US"/>
          </a:p>
        </p:txBody>
      </p:sp>
    </p:spTree>
    <p:extLst>
      <p:ext uri="{BB962C8B-B14F-4D97-AF65-F5344CB8AC3E}">
        <p14:creationId xmlns:p14="http://schemas.microsoft.com/office/powerpoint/2010/main" val="1610621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rial" panose="020B0604020202020204" pitchFamily="34" charset="0"/>
                <a:ea typeface="Calibri" panose="020F0502020204030204" pitchFamily="34" charset="0"/>
              </a:rPr>
              <a:t>The consequences of using Mediator design pattern is:</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Limiting subclassing to the minimal</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It decouples colleagues, and make the system/application loosely coupled</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It simplifies object protocols, where you switch out the many-to-many interactions, with one-to-many interactions. By changing this to one-to-many you implement the SOLID principle called Open/Closed Principle.</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A disadvantage with using Mediator Pattern is that the mediator centralizes control, which as a consequence can make the mediator complex, and could be hard to maintain.</a:t>
            </a:r>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6</a:t>
            </a:fld>
            <a:endParaRPr lang="en-US"/>
          </a:p>
        </p:txBody>
      </p:sp>
    </p:spTree>
    <p:extLst>
      <p:ext uri="{BB962C8B-B14F-4D97-AF65-F5344CB8AC3E}">
        <p14:creationId xmlns:p14="http://schemas.microsoft.com/office/powerpoint/2010/main" val="1457024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The mediator is related to the pattern Façade. Where mediator pattern abstracts communication between objects. The façade pattern abstracts the interface to the subsystem objects to promote ease of use.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And if we look at the part which connect senders and receivers of requests, the mediator pattern is related to Chain of responsibility pattern, Command pattern and the observer pattern. And these four patterns can be used together to optimize the connect senders and receivers.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And that is Mediator in a small box!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7</a:t>
            </a:fld>
            <a:endParaRPr lang="en-US"/>
          </a:p>
        </p:txBody>
      </p:sp>
    </p:spTree>
    <p:extLst>
      <p:ext uri="{BB962C8B-B14F-4D97-AF65-F5344CB8AC3E}">
        <p14:creationId xmlns:p14="http://schemas.microsoft.com/office/powerpoint/2010/main" val="985695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Strategy Pattern is one of the most commonly used design pattern, the intent of this pattern is to define a family of algorithms, encapsulate each one, and make them interchangeable. Strategy lets the algorithm vary independently from clients that use it, so we can make each algorithm in a separate class and make them interchangeable.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8</a:t>
            </a:fld>
            <a:endParaRPr lang="en-US"/>
          </a:p>
        </p:txBody>
      </p:sp>
    </p:spTree>
    <p:extLst>
      <p:ext uri="{BB962C8B-B14F-4D97-AF65-F5344CB8AC3E}">
        <p14:creationId xmlns:p14="http://schemas.microsoft.com/office/powerpoint/2010/main" val="2562390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rial" panose="020B0604020202020204" pitchFamily="34" charset="0"/>
                <a:ea typeface="Calibri" panose="020F0502020204030204" pitchFamily="34" charset="0"/>
              </a:rPr>
              <a:t>For the strategy pattern structure, let’s look at the structure that is shown in the white image and connect it to an example which is shown in black.</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Say we have a system that has tables, and as a user you want to export it locally on your computer, the export could be to a excel document, an image (</a:t>
            </a:r>
            <a:r>
              <a:rPr lang="en-US" sz="1800" dirty="0" err="1">
                <a:effectLst/>
                <a:latin typeface="Arial" panose="020B0604020202020204" pitchFamily="34" charset="0"/>
                <a:ea typeface="Calibri" panose="020F0502020204030204" pitchFamily="34" charset="0"/>
              </a:rPr>
              <a:t>png</a:t>
            </a:r>
            <a:r>
              <a:rPr lang="en-US" sz="1800" dirty="0">
                <a:effectLst/>
                <a:latin typeface="Arial" panose="020B0604020202020204" pitchFamily="34" charset="0"/>
                <a:ea typeface="Calibri" panose="020F0502020204030204" pitchFamily="34" charset="0"/>
              </a:rPr>
              <a:t>) or a pdf. The logic for the export is quite similar but with a small difference. In this case strategy pattern would come in handy, the user can choose which export method they wish to export in at runtime. The order the user makes is the context, while the interface or abstract class that defines one method the Export, would be the strategy. While the concrete strategy would be the export options that the user can choose between.</a:t>
            </a:r>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9</a:t>
            </a:fld>
            <a:endParaRPr lang="en-US"/>
          </a:p>
        </p:txBody>
      </p:sp>
    </p:spTree>
    <p:extLst>
      <p:ext uri="{BB962C8B-B14F-4D97-AF65-F5344CB8AC3E}">
        <p14:creationId xmlns:p14="http://schemas.microsoft.com/office/powerpoint/2010/main" val="1395756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rial" panose="020B0604020202020204" pitchFamily="34" charset="0"/>
                <a:ea typeface="Calibri" panose="020F0502020204030204" pitchFamily="34" charset="0"/>
              </a:rPr>
              <a:t>It is a few good use cases where it would be appropriate to use the strategy pattern.</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When many related classes differ only in their behavior, not in their interface, the strategy would provide a way to configure a class with one of many behaviors.</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Or When you need different variants of an algorithm, where you want to be able to switch at runtime.</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Or When your algorithm uses data, code or dependencies that the clients shouldn’t know about.</a:t>
            </a:r>
            <a:br>
              <a:rPr lang="en-US" sz="1800" dirty="0">
                <a:effectLst/>
                <a:latin typeface="Arial" panose="020B0604020202020204" pitchFamily="34" charset="0"/>
                <a:ea typeface="Calibri" panose="020F0502020204030204" pitchFamily="34" charset="0"/>
              </a:rPr>
            </a:br>
            <a:r>
              <a:rPr lang="en-US" sz="1800" dirty="0">
                <a:effectLst/>
                <a:latin typeface="Arial" panose="020B0604020202020204" pitchFamily="34" charset="0"/>
                <a:ea typeface="Calibri" panose="020F0502020204030204" pitchFamily="34" charset="0"/>
              </a:rPr>
              <a:t>Or When a class defines many different behaviors which appear as a bunch of conditional statements like when you deal with large ifs or switch statements.</a:t>
            </a:r>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10</a:t>
            </a:fld>
            <a:endParaRPr lang="en-US"/>
          </a:p>
        </p:txBody>
      </p:sp>
    </p:spTree>
    <p:extLst>
      <p:ext uri="{BB962C8B-B14F-4D97-AF65-F5344CB8AC3E}">
        <p14:creationId xmlns:p14="http://schemas.microsoft.com/office/powerpoint/2010/main" val="2294465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The strategy pattern avoids hardwiring the behavior, by using an alternative to subclassing, by replacing inheritance with composition.</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You can introduce the strategies without changing the context, using the Solid principle, open/closed.</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The strategies provide choices for implementation with the same behavior needed and the client choose the most fitting at runtime.</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A drawback of strategy pattern is that if the client inject the strategy to use, then the client also need to have knowledge on the differences between the options.</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Another disadvantage is that it is a bit overhead in communication between the strategy and context.</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And lastly a disadvantage is that strategy pattern introduce an additional number of objects making it more complex.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11</a:t>
            </a:fld>
            <a:endParaRPr lang="en-US"/>
          </a:p>
        </p:txBody>
      </p:sp>
    </p:spTree>
    <p:extLst>
      <p:ext uri="{BB962C8B-B14F-4D97-AF65-F5344CB8AC3E}">
        <p14:creationId xmlns:p14="http://schemas.microsoft.com/office/powerpoint/2010/main" val="3658348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Strategy pattern is related to several patterns.</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Flyweight – where strategy objects make good flyweight.</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Bridge &amp; State  where both also is based on composition but  solves a different problem</a:t>
            </a:r>
            <a:br>
              <a:rPr lang="en-US"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Template method which allows varying part of an algorithm though inheritance: a static approach, while strategy allows behavior to be switched at runtime through composition which is a dynamic approach.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Arial" panose="020B0604020202020204" pitchFamily="34" charset="0"/>
                <a:ea typeface="Calibri" panose="020F0502020204030204" pitchFamily="34" charset="0"/>
              </a:rPr>
              <a:t>And that is Strategy in a small box!</a:t>
            </a:r>
            <a:endParaRPr lang="en-US" dirty="0"/>
          </a:p>
        </p:txBody>
      </p:sp>
      <p:sp>
        <p:nvSpPr>
          <p:cNvPr id="4" name="Slide Number Placeholder 3"/>
          <p:cNvSpPr>
            <a:spLocks noGrp="1"/>
          </p:cNvSpPr>
          <p:nvPr>
            <p:ph type="sldNum" sz="quarter" idx="5"/>
          </p:nvPr>
        </p:nvSpPr>
        <p:spPr/>
        <p:txBody>
          <a:bodyPr/>
          <a:lstStyle/>
          <a:p>
            <a:fld id="{7AA7DA4C-CCBD-4231-B558-8DCAFD6BE42F}" type="slidenum">
              <a:rPr lang="en-US" smtClean="0"/>
              <a:t>12</a:t>
            </a:fld>
            <a:endParaRPr lang="en-US"/>
          </a:p>
        </p:txBody>
      </p:sp>
    </p:spTree>
    <p:extLst>
      <p:ext uri="{BB962C8B-B14F-4D97-AF65-F5344CB8AC3E}">
        <p14:creationId xmlns:p14="http://schemas.microsoft.com/office/powerpoint/2010/main" val="7257334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1AFFAFAE-70B4-46FF-AC02-E61FBF595C90}"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8705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1835856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1821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2F9044-05E5-4491-9CEA-4EDF7D614696}" type="datetimeFigureOut">
              <a:rPr lang="en-US" smtClean="0"/>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32993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2F9044-05E5-4491-9CEA-4EDF7D614696}" type="datetimeFigureOut">
              <a:rPr lang="en-US" smtClean="0"/>
              <a:t>3/17/2023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FAFAE-70B4-46FF-AC02-E61FBF595C90}"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9854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2F9044-05E5-4491-9CEA-4EDF7D614696}" type="datetimeFigureOut">
              <a:rPr lang="en-US" smtClean="0"/>
              <a:t>3/17/2023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FAFAE-70B4-46FF-AC02-E61FBF595C9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729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F9044-05E5-4491-9CEA-4EDF7D614696}" type="datetimeFigureOut">
              <a:rPr lang="en-US" smtClean="0"/>
              <a:t>3/17/2023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403506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2F9044-05E5-4491-9CEA-4EDF7D614696}" type="datetimeFigureOut">
              <a:rPr lang="en-US" smtClean="0"/>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FAFAE-70B4-46FF-AC02-E61FBF595C90}"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2704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2F9044-05E5-4491-9CEA-4EDF7D614696}" type="datetimeFigureOut">
              <a:rPr lang="en-US" smtClean="0"/>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114653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2F9044-05E5-4491-9CEA-4EDF7D614696}" type="datetimeFigureOut">
              <a:rPr lang="en-US" smtClean="0"/>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4106953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460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4996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spTree>
    <p:extLst>
      <p:ext uri="{BB962C8B-B14F-4D97-AF65-F5344CB8AC3E}">
        <p14:creationId xmlns:p14="http://schemas.microsoft.com/office/powerpoint/2010/main" val="2715814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9327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0197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581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2F9044-05E5-4491-9CEA-4EDF7D614696}" type="datetimeFigureOut">
              <a:rPr lang="en-US" smtClean="0"/>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FAFAE-70B4-46FF-AC02-E61FBF595C90}"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729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42F9044-05E5-4491-9CEA-4EDF7D614696}" type="datetimeFigureOut">
              <a:rPr lang="en-US" smtClean="0"/>
              <a:t>3/17/2023</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AFFAFAE-70B4-46FF-AC02-E61FBF595C90}" type="slidenum">
              <a:rPr lang="en-US" smtClean="0"/>
              <a:t>‹#›</a:t>
            </a:fld>
            <a:endParaRPr lang="en-US"/>
          </a:p>
        </p:txBody>
      </p:sp>
    </p:spTree>
    <p:extLst>
      <p:ext uri="{BB962C8B-B14F-4D97-AF65-F5344CB8AC3E}">
        <p14:creationId xmlns:p14="http://schemas.microsoft.com/office/powerpoint/2010/main" val="1917111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microsoft.com/office/2017/06/relationships/model3d" Target="../media/model3d2.glb"/><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microsoft.com/office/2017/06/relationships/model3d" Target="../media/model3d3.glb"/><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7/06/relationships/model3d" Target="../media/model3d4.glb"/><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microsoft.com/office/2017/06/relationships/model3d" Target="../media/model3d5.glb"/><Relationship Id="rId7" Type="http://schemas.microsoft.com/office/2017/06/relationships/model3d" Target="../media/model3d7.glb"/><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8.png"/><Relationship Id="rId5" Type="http://schemas.microsoft.com/office/2017/06/relationships/model3d" Target="../media/model3d6.glb"/><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microsoft.com/office/2017/06/relationships/model3d" Target="../media/model3d3.glb"/><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4CD4F-9C4E-4904-9E86-E98CE0D2849F}"/>
              </a:ext>
            </a:extLst>
          </p:cNvPr>
          <p:cNvSpPr>
            <a:spLocks noGrp="1"/>
          </p:cNvSpPr>
          <p:nvPr>
            <p:ph type="ctrTitle"/>
          </p:nvPr>
        </p:nvSpPr>
        <p:spPr/>
        <p:txBody>
          <a:bodyPr/>
          <a:lstStyle/>
          <a:p>
            <a:r>
              <a:rPr lang="en-US" dirty="0"/>
              <a:t>Mediator &amp; Strategy Pattern </a:t>
            </a:r>
          </a:p>
        </p:txBody>
      </p:sp>
      <p:sp>
        <p:nvSpPr>
          <p:cNvPr id="3" name="Subtitle 2">
            <a:extLst>
              <a:ext uri="{FF2B5EF4-FFF2-40B4-BE49-F238E27FC236}">
                <a16:creationId xmlns:a16="http://schemas.microsoft.com/office/drawing/2014/main" id="{3C0A8E0C-8C3B-449C-51F2-731AE97980FC}"/>
              </a:ext>
            </a:extLst>
          </p:cNvPr>
          <p:cNvSpPr>
            <a:spLocks noGrp="1"/>
          </p:cNvSpPr>
          <p:nvPr>
            <p:ph type="subTitle" idx="1"/>
          </p:nvPr>
        </p:nvSpPr>
        <p:spPr/>
        <p:txBody>
          <a:bodyPr/>
          <a:lstStyle/>
          <a:p>
            <a:r>
              <a:rPr lang="en-US" dirty="0"/>
              <a:t>By Ina Fløysvik Pedersen</a:t>
            </a:r>
          </a:p>
        </p:txBody>
      </p:sp>
    </p:spTree>
    <p:extLst>
      <p:ext uri="{BB962C8B-B14F-4D97-AF65-F5344CB8AC3E}">
        <p14:creationId xmlns:p14="http://schemas.microsoft.com/office/powerpoint/2010/main" val="2492026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9438C-97FD-ABC1-4F6C-84FC0B0725B0}"/>
              </a:ext>
            </a:extLst>
          </p:cNvPr>
          <p:cNvSpPr>
            <a:spLocks noGrp="1"/>
          </p:cNvSpPr>
          <p:nvPr>
            <p:ph type="title"/>
          </p:nvPr>
        </p:nvSpPr>
        <p:spPr/>
        <p:txBody>
          <a:bodyPr/>
          <a:lstStyle/>
          <a:p>
            <a:r>
              <a:rPr lang="en-US" dirty="0"/>
              <a:t>Common for both patterns</a:t>
            </a:r>
          </a:p>
        </p:txBody>
      </p:sp>
      <p:sp>
        <p:nvSpPr>
          <p:cNvPr id="3" name="Content Placeholder 2">
            <a:extLst>
              <a:ext uri="{FF2B5EF4-FFF2-40B4-BE49-F238E27FC236}">
                <a16:creationId xmlns:a16="http://schemas.microsoft.com/office/drawing/2014/main" id="{20DDED78-EA82-AEB6-4FF2-A49D873BF89E}"/>
              </a:ext>
            </a:extLst>
          </p:cNvPr>
          <p:cNvSpPr>
            <a:spLocks noGrp="1"/>
          </p:cNvSpPr>
          <p:nvPr>
            <p:ph idx="1"/>
          </p:nvPr>
        </p:nvSpPr>
        <p:spPr>
          <a:xfrm>
            <a:off x="1295401" y="3506680"/>
            <a:ext cx="9601196" cy="1303867"/>
          </a:xfrm>
        </p:spPr>
        <p:txBody>
          <a:bodyPr/>
          <a:lstStyle/>
          <a:p>
            <a:pPr marL="0" indent="0" algn="ctr">
              <a:buNone/>
            </a:pPr>
            <a:r>
              <a:rPr lang="en-US" dirty="0"/>
              <a:t>Behavioral</a:t>
            </a:r>
          </a:p>
          <a:p>
            <a:pPr marL="0" indent="0" algn="ctr">
              <a:buNone/>
            </a:pPr>
            <a:r>
              <a:rPr lang="en-US" dirty="0"/>
              <a:t>Abstract classes/Interfaces</a:t>
            </a:r>
          </a:p>
        </p:txBody>
      </p:sp>
    </p:spTree>
    <p:extLst>
      <p:ext uri="{BB962C8B-B14F-4D97-AF65-F5344CB8AC3E}">
        <p14:creationId xmlns:p14="http://schemas.microsoft.com/office/powerpoint/2010/main" val="389463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72C6-EC8C-1A47-7413-6FDE336BCB36}"/>
              </a:ext>
            </a:extLst>
          </p:cNvPr>
          <p:cNvSpPr>
            <a:spLocks noGrp="1"/>
          </p:cNvSpPr>
          <p:nvPr>
            <p:ph type="title"/>
          </p:nvPr>
        </p:nvSpPr>
        <p:spPr/>
        <p:txBody>
          <a:bodyPr/>
          <a:lstStyle/>
          <a:p>
            <a:r>
              <a:rPr lang="en-US" dirty="0"/>
              <a:t>Mediator Pattern </a:t>
            </a:r>
          </a:p>
        </p:txBody>
      </p:sp>
      <p:sp>
        <p:nvSpPr>
          <p:cNvPr id="3" name="Content Placeholder 2">
            <a:extLst>
              <a:ext uri="{FF2B5EF4-FFF2-40B4-BE49-F238E27FC236}">
                <a16:creationId xmlns:a16="http://schemas.microsoft.com/office/drawing/2014/main" id="{937F5D29-6851-1B36-8F26-3CDB58B95AA8}"/>
              </a:ext>
            </a:extLst>
          </p:cNvPr>
          <p:cNvSpPr>
            <a:spLocks noGrp="1"/>
          </p:cNvSpPr>
          <p:nvPr>
            <p:ph sz="half" idx="1"/>
          </p:nvPr>
        </p:nvSpPr>
        <p:spPr/>
        <p:txBody>
          <a:bodyPr/>
          <a:lstStyle/>
          <a:p>
            <a:r>
              <a:rPr lang="en-US" dirty="0"/>
              <a:t>Encapsulates</a:t>
            </a:r>
          </a:p>
          <a:p>
            <a:r>
              <a:rPr lang="en-US" dirty="0"/>
              <a:t>Communication</a:t>
            </a:r>
          </a:p>
          <a:p>
            <a:r>
              <a:rPr lang="en-US" dirty="0" err="1"/>
              <a:t>MediatR</a:t>
            </a:r>
            <a:endParaRPr lang="en-US" dirty="0"/>
          </a:p>
          <a:p>
            <a:r>
              <a:rPr lang="en-US" dirty="0"/>
              <a:t>Example</a:t>
            </a:r>
          </a:p>
        </p:txBody>
      </p:sp>
      <mc:AlternateContent xmlns:mc="http://schemas.openxmlformats.org/markup-compatibility/2006">
        <mc:Choice xmlns:am3d="http://schemas.microsoft.com/office/drawing/2017/model3d" Requires="am3d">
          <p:graphicFrame>
            <p:nvGraphicFramePr>
              <p:cNvPr id="7" name="Content Placeholder 6" descr="Chat">
                <a:extLst>
                  <a:ext uri="{FF2B5EF4-FFF2-40B4-BE49-F238E27FC236}">
                    <a16:creationId xmlns:a16="http://schemas.microsoft.com/office/drawing/2014/main" id="{0E4AA098-14BF-F7F9-45F3-3C11E5174CD4}"/>
                  </a:ext>
                </a:extLst>
              </p:cNvPr>
              <p:cNvGraphicFramePr>
                <a:graphicFrameLocks noGrp="1"/>
              </p:cNvGraphicFramePr>
              <p:nvPr>
                <p:ph sz="half" idx="2"/>
                <p:extLst>
                  <p:ext uri="{D42A27DB-BD31-4B8C-83A1-F6EECF244321}">
                    <p14:modId xmlns:p14="http://schemas.microsoft.com/office/powerpoint/2010/main" val="3643800394"/>
                  </p:ext>
                </p:extLst>
              </p:nvPr>
            </p:nvGraphicFramePr>
            <p:xfrm>
              <a:off x="5184559" y="2796467"/>
              <a:ext cx="5708993" cy="2716566"/>
            </p:xfrm>
            <a:graphic>
              <a:graphicData uri="http://schemas.microsoft.com/office/drawing/2017/model3d">
                <am3d:model3d r:embed="rId3">
                  <am3d:spPr>
                    <a:xfrm>
                      <a:off x="0" y="0"/>
                      <a:ext cx="5708993" cy="2716566"/>
                    </a:xfrm>
                    <a:prstGeom prst="rect">
                      <a:avLst/>
                    </a:prstGeom>
                  </am3d:spPr>
                  <am3d:camera>
                    <am3d:pos x="0" y="0" z="61302350"/>
                    <am3d:up dx="0" dy="36000000" dz="0"/>
                    <am3d:lookAt x="0" y="0" z="0"/>
                    <am3d:perspective fov="2700000"/>
                  </am3d:camera>
                  <am3d:trans>
                    <am3d:meterPerModelUnit n="190602" d="1000000"/>
                    <am3d:preTrans dx="2246715" dy="-8468697" dz="723917"/>
                    <am3d:scale>
                      <am3d:sx n="1000000" d="1000000"/>
                      <am3d:sy n="1000000" d="1000000"/>
                      <am3d:sz n="1000000" d="1000000"/>
                    </am3d:scale>
                    <am3d:rot/>
                    <am3d:postTrans dx="0" dy="0" dz="0"/>
                  </am3d:trans>
                  <am3d:raster rName="Office3DRenderer" rVer="16.0.8326">
                    <am3d:blip r:embed="rId4"/>
                  </am3d:raster>
                  <am3d:objViewport viewportSz="64199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Content Placeholder 6" descr="Chat">
                <a:extLst>
                  <a:ext uri="{FF2B5EF4-FFF2-40B4-BE49-F238E27FC236}">
                    <a16:creationId xmlns:a16="http://schemas.microsoft.com/office/drawing/2014/main" id="{0E4AA098-14BF-F7F9-45F3-3C11E5174CD4}"/>
                  </a:ext>
                </a:extLst>
              </p:cNvPr>
              <p:cNvPicPr>
                <a:picLocks noGrp="1" noRot="1" noChangeAspect="1" noMove="1" noResize="1" noEditPoints="1" noAdjustHandles="1" noChangeArrowheads="1" noChangeShapeType="1" noCrop="1"/>
              </p:cNvPicPr>
              <p:nvPr/>
            </p:nvPicPr>
            <p:blipFill>
              <a:blip r:embed="rId4"/>
              <a:stretch>
                <a:fillRect/>
              </a:stretch>
            </p:blipFill>
            <p:spPr>
              <a:xfrm>
                <a:off x="5184559" y="2796467"/>
                <a:ext cx="5708993" cy="2716566"/>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9" name="3D Model 8" descr="Server symbol">
                <a:extLst>
                  <a:ext uri="{FF2B5EF4-FFF2-40B4-BE49-F238E27FC236}">
                    <a16:creationId xmlns:a16="http://schemas.microsoft.com/office/drawing/2014/main" id="{F2D7A83F-07EB-D533-7231-4E8EB21FA2AB}"/>
                  </a:ext>
                </a:extLst>
              </p:cNvPr>
              <p:cNvGraphicFramePr/>
              <p:nvPr>
                <p:extLst>
                  <p:ext uri="{D42A27DB-BD31-4B8C-83A1-F6EECF244321}">
                    <p14:modId xmlns:p14="http://schemas.microsoft.com/office/powerpoint/2010/main" val="1266593595"/>
                  </p:ext>
                </p:extLst>
              </p:nvPr>
            </p:nvGraphicFramePr>
            <p:xfrm>
              <a:off x="7572653" y="2343705"/>
              <a:ext cx="1367161" cy="3622089"/>
            </p:xfrm>
            <a:graphic>
              <a:graphicData uri="http://schemas.microsoft.com/office/drawing/2017/model3d">
                <am3d:model3d r:embed="rId5">
                  <am3d:spPr>
                    <a:xfrm>
                      <a:off x="0" y="0"/>
                      <a:ext cx="1367161" cy="3622089"/>
                    </a:xfrm>
                    <a:prstGeom prst="rect">
                      <a:avLst/>
                    </a:prstGeom>
                  </am3d:spPr>
                  <am3d:camera>
                    <am3d:pos x="0" y="0" z="55893909"/>
                    <am3d:up dx="0" dy="36000000" dz="0"/>
                    <am3d:lookAt x="0" y="0" z="0"/>
                    <am3d:perspective fov="2700000"/>
                  </am3d:camera>
                  <am3d:trans>
                    <am3d:meterPerModelUnit n="8157799" d="1000000"/>
                    <am3d:preTrans dx="-20171" dy="-18006390" dz="-3714845"/>
                    <am3d:scale>
                      <am3d:sx n="1000000" d="1000000"/>
                      <am3d:sy n="1000000" d="1000000"/>
                      <am3d:sz n="1000000" d="1000000"/>
                    </am3d:scale>
                    <am3d:rot/>
                    <am3d:postTrans dx="0" dy="0" dz="0"/>
                  </am3d:trans>
                  <am3d:raster rName="Office3DRenderer" rVer="16.0.8326">
                    <am3d:blip r:embed="rId6"/>
                  </am3d:raster>
                  <am3d:objViewport viewportSz="40363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Model 8" descr="Server symbol">
                <a:extLst>
                  <a:ext uri="{FF2B5EF4-FFF2-40B4-BE49-F238E27FC236}">
                    <a16:creationId xmlns:a16="http://schemas.microsoft.com/office/drawing/2014/main" id="{F2D7A83F-07EB-D533-7231-4E8EB21FA2AB}"/>
                  </a:ext>
                </a:extLst>
              </p:cNvPr>
              <p:cNvPicPr>
                <a:picLocks noGrp="1" noRot="1" noChangeAspect="1" noMove="1" noResize="1" noEditPoints="1" noAdjustHandles="1" noChangeArrowheads="1" noChangeShapeType="1" noCrop="1"/>
              </p:cNvPicPr>
              <p:nvPr/>
            </p:nvPicPr>
            <p:blipFill>
              <a:blip r:embed="rId6"/>
              <a:stretch>
                <a:fillRect/>
              </a:stretch>
            </p:blipFill>
            <p:spPr>
              <a:xfrm>
                <a:off x="7572653" y="2343705"/>
                <a:ext cx="1367161" cy="3622089"/>
              </a:xfrm>
              <a:prstGeom prst="rect">
                <a:avLst/>
              </a:prstGeom>
            </p:spPr>
          </p:pic>
        </mc:Fallback>
      </mc:AlternateContent>
    </p:spTree>
    <p:extLst>
      <p:ext uri="{BB962C8B-B14F-4D97-AF65-F5344CB8AC3E}">
        <p14:creationId xmlns:p14="http://schemas.microsoft.com/office/powerpoint/2010/main" val="1152220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72C6-EC8C-1A47-7413-6FDE336BCB36}"/>
              </a:ext>
            </a:extLst>
          </p:cNvPr>
          <p:cNvSpPr>
            <a:spLocks noGrp="1"/>
          </p:cNvSpPr>
          <p:nvPr>
            <p:ph type="title"/>
          </p:nvPr>
        </p:nvSpPr>
        <p:spPr/>
        <p:txBody>
          <a:bodyPr/>
          <a:lstStyle/>
          <a:p>
            <a:r>
              <a:rPr lang="en-US" dirty="0"/>
              <a:t>Mediator Pattern Structure </a:t>
            </a:r>
          </a:p>
        </p:txBody>
      </p:sp>
      <p:sp>
        <p:nvSpPr>
          <p:cNvPr id="3" name="Content Placeholder 2">
            <a:extLst>
              <a:ext uri="{FF2B5EF4-FFF2-40B4-BE49-F238E27FC236}">
                <a16:creationId xmlns:a16="http://schemas.microsoft.com/office/drawing/2014/main" id="{937F5D29-6851-1B36-8F26-3CDB58B95AA8}"/>
              </a:ext>
            </a:extLst>
          </p:cNvPr>
          <p:cNvSpPr>
            <a:spLocks noGrp="1"/>
          </p:cNvSpPr>
          <p:nvPr>
            <p:ph sz="half" idx="1"/>
          </p:nvPr>
        </p:nvSpPr>
        <p:spPr/>
        <p:txBody>
          <a:bodyPr/>
          <a:lstStyle/>
          <a:p>
            <a:r>
              <a:rPr lang="en-US" dirty="0"/>
              <a:t>Example</a:t>
            </a:r>
          </a:p>
        </p:txBody>
      </p:sp>
      <p:pic>
        <p:nvPicPr>
          <p:cNvPr id="8" name="Content Placeholder 7">
            <a:extLst>
              <a:ext uri="{FF2B5EF4-FFF2-40B4-BE49-F238E27FC236}">
                <a16:creationId xmlns:a16="http://schemas.microsoft.com/office/drawing/2014/main" id="{5BF409F9-A340-865A-20F8-CFC955DD60AC}"/>
              </a:ext>
            </a:extLst>
          </p:cNvPr>
          <p:cNvPicPr>
            <a:picLocks noGrp="1" noChangeAspect="1"/>
          </p:cNvPicPr>
          <p:nvPr>
            <p:ph sz="half" idx="2"/>
          </p:nvPr>
        </p:nvPicPr>
        <p:blipFill>
          <a:blip r:embed="rId3"/>
          <a:stretch>
            <a:fillRect/>
          </a:stretch>
        </p:blipFill>
        <p:spPr>
          <a:xfrm>
            <a:off x="6181470" y="4215384"/>
            <a:ext cx="4718050" cy="1752263"/>
          </a:xfrm>
          <a:prstGeom prst="rect">
            <a:avLst/>
          </a:prstGeom>
        </p:spPr>
      </p:pic>
      <p:pic>
        <p:nvPicPr>
          <p:cNvPr id="5" name="Picture 4">
            <a:extLst>
              <a:ext uri="{FF2B5EF4-FFF2-40B4-BE49-F238E27FC236}">
                <a16:creationId xmlns:a16="http://schemas.microsoft.com/office/drawing/2014/main" id="{2AD53B7F-488B-0A89-DE19-4CA0A4BFE486}"/>
              </a:ext>
            </a:extLst>
          </p:cNvPr>
          <p:cNvPicPr>
            <a:picLocks noChangeAspect="1"/>
          </p:cNvPicPr>
          <p:nvPr/>
        </p:nvPicPr>
        <p:blipFill>
          <a:blip r:embed="rId4"/>
          <a:stretch>
            <a:fillRect/>
          </a:stretch>
        </p:blipFill>
        <p:spPr>
          <a:xfrm>
            <a:off x="5568438" y="2440766"/>
            <a:ext cx="5944115" cy="1408298"/>
          </a:xfrm>
          <a:prstGeom prst="rect">
            <a:avLst/>
          </a:prstGeom>
        </p:spPr>
      </p:pic>
    </p:spTree>
    <p:extLst>
      <p:ext uri="{BB962C8B-B14F-4D97-AF65-F5344CB8AC3E}">
        <p14:creationId xmlns:p14="http://schemas.microsoft.com/office/powerpoint/2010/main" val="344487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1744-38A1-EDD2-89CB-09501A3F9586}"/>
              </a:ext>
            </a:extLst>
          </p:cNvPr>
          <p:cNvSpPr>
            <a:spLocks noGrp="1"/>
          </p:cNvSpPr>
          <p:nvPr>
            <p:ph type="title"/>
          </p:nvPr>
        </p:nvSpPr>
        <p:spPr/>
        <p:txBody>
          <a:bodyPr/>
          <a:lstStyle/>
          <a:p>
            <a:r>
              <a:rPr lang="en-US" dirty="0"/>
              <a:t>Mediator: Use cases</a:t>
            </a:r>
          </a:p>
        </p:txBody>
      </p:sp>
      <p:sp>
        <p:nvSpPr>
          <p:cNvPr id="3" name="Content Placeholder 2">
            <a:extLst>
              <a:ext uri="{FF2B5EF4-FFF2-40B4-BE49-F238E27FC236}">
                <a16:creationId xmlns:a16="http://schemas.microsoft.com/office/drawing/2014/main" id="{C6F387E5-4B28-984F-2185-97E69B3D5481}"/>
              </a:ext>
            </a:extLst>
          </p:cNvPr>
          <p:cNvSpPr>
            <a:spLocks noGrp="1"/>
          </p:cNvSpPr>
          <p:nvPr>
            <p:ph sz="half" idx="1"/>
          </p:nvPr>
        </p:nvSpPr>
        <p:spPr/>
        <p:txBody>
          <a:bodyPr/>
          <a:lstStyle/>
          <a:p>
            <a:r>
              <a:rPr lang="en-US" dirty="0"/>
              <a:t>Use cases:</a:t>
            </a:r>
          </a:p>
          <a:p>
            <a:pPr lvl="1"/>
            <a:r>
              <a:rPr lang="en-US" dirty="0"/>
              <a:t>Complex communication</a:t>
            </a:r>
          </a:p>
          <a:p>
            <a:pPr lvl="1"/>
            <a:r>
              <a:rPr lang="en-US" dirty="0"/>
              <a:t>Refers to many</a:t>
            </a:r>
          </a:p>
          <a:p>
            <a:pPr lvl="1"/>
            <a:r>
              <a:rPr lang="en-US" dirty="0"/>
              <a:t>Behavior distribution</a:t>
            </a:r>
          </a:p>
        </p:txBody>
      </p:sp>
      <p:pic>
        <p:nvPicPr>
          <p:cNvPr id="6" name="Content Placeholder 5" descr="Diagram&#10;&#10;Description automatically generated">
            <a:extLst>
              <a:ext uri="{FF2B5EF4-FFF2-40B4-BE49-F238E27FC236}">
                <a16:creationId xmlns:a16="http://schemas.microsoft.com/office/drawing/2014/main" id="{53E409A5-5F3C-7004-BC96-92D891ECF81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082072" y="2470335"/>
            <a:ext cx="3953013" cy="1917329"/>
          </a:xfrm>
        </p:spPr>
      </p:pic>
      <p:pic>
        <p:nvPicPr>
          <p:cNvPr id="8" name="Picture 7" descr="A group of colorful balloons&#10;&#10;Description automatically generated with medium confidence">
            <a:extLst>
              <a:ext uri="{FF2B5EF4-FFF2-40B4-BE49-F238E27FC236}">
                <a16:creationId xmlns:a16="http://schemas.microsoft.com/office/drawing/2014/main" id="{79FC4820-5819-2A75-E610-77452118A4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2072" y="4228419"/>
            <a:ext cx="3953011" cy="1917329"/>
          </a:xfrm>
          <a:prstGeom prst="rect">
            <a:avLst/>
          </a:prstGeom>
        </p:spPr>
      </p:pic>
    </p:spTree>
    <p:extLst>
      <p:ext uri="{BB962C8B-B14F-4D97-AF65-F5344CB8AC3E}">
        <p14:creationId xmlns:p14="http://schemas.microsoft.com/office/powerpoint/2010/main" val="1159376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1744-38A1-EDD2-89CB-09501A3F9586}"/>
              </a:ext>
            </a:extLst>
          </p:cNvPr>
          <p:cNvSpPr>
            <a:spLocks noGrp="1"/>
          </p:cNvSpPr>
          <p:nvPr>
            <p:ph type="title"/>
          </p:nvPr>
        </p:nvSpPr>
        <p:spPr/>
        <p:txBody>
          <a:bodyPr/>
          <a:lstStyle/>
          <a:p>
            <a:r>
              <a:rPr lang="en-US" dirty="0"/>
              <a:t>Mediator: Consequences</a:t>
            </a:r>
          </a:p>
        </p:txBody>
      </p:sp>
      <mc:AlternateContent xmlns:mc="http://schemas.openxmlformats.org/markup-compatibility/2006">
        <mc:Choice xmlns:am3d="http://schemas.microsoft.com/office/drawing/2017/model3d" Requires="am3d">
          <p:graphicFrame>
            <p:nvGraphicFramePr>
              <p:cNvPr id="5" name="Content Placeholder 4" descr="Warning">
                <a:extLst>
                  <a:ext uri="{FF2B5EF4-FFF2-40B4-BE49-F238E27FC236}">
                    <a16:creationId xmlns:a16="http://schemas.microsoft.com/office/drawing/2014/main" id="{8B3BAE1B-631A-9451-C973-0252787ECF73}"/>
                  </a:ext>
                </a:extLst>
              </p:cNvPr>
              <p:cNvGraphicFramePr>
                <a:graphicFrameLocks noGrp="1" noChangeAspect="1"/>
              </p:cNvGraphicFramePr>
              <p:nvPr>
                <p:ph sz="half" idx="1"/>
                <p:extLst>
                  <p:ext uri="{D42A27DB-BD31-4B8C-83A1-F6EECF244321}">
                    <p14:modId xmlns:p14="http://schemas.microsoft.com/office/powerpoint/2010/main" val="4151800061"/>
                  </p:ext>
                </p:extLst>
              </p:nvPr>
            </p:nvGraphicFramePr>
            <p:xfrm>
              <a:off x="2497219" y="2998157"/>
              <a:ext cx="2320760" cy="2434897"/>
            </p:xfrm>
            <a:graphic>
              <a:graphicData uri="http://schemas.microsoft.com/office/drawing/2017/model3d">
                <am3d:model3d r:embed="rId3">
                  <am3d:spPr>
                    <a:xfrm>
                      <a:off x="0" y="0"/>
                      <a:ext cx="2320760" cy="2434897"/>
                    </a:xfrm>
                    <a:prstGeom prst="rect">
                      <a:avLst/>
                    </a:prstGeom>
                  </am3d:spPr>
                  <am3d:camera>
                    <am3d:pos x="0" y="0" z="63351631"/>
                    <am3d:up dx="0" dy="36000000" dz="0"/>
                    <am3d:lookAt x="0" y="0" z="0"/>
                    <am3d:perspective fov="2700000"/>
                  </am3d:camera>
                  <am3d:trans>
                    <am3d:meterPerModelUnit n="20271560" d="1000000"/>
                    <am3d:preTrans dx="0" dy="-16278167" dz="-464067"/>
                    <am3d:scale>
                      <am3d:sx n="1000000" d="1000000"/>
                      <am3d:sy n="1000000" d="1000000"/>
                      <am3d:sz n="1000000" d="1000000"/>
                    </am3d:scale>
                    <am3d:rot ax="382349" ay="1913835" az="202636"/>
                    <am3d:postTrans dx="0" dy="0" dz="0"/>
                  </am3d:trans>
                  <am3d:raster rName="Office3DRenderer" rVer="16.0.8326">
                    <am3d:blip r:embed="rId4"/>
                  </am3d:raster>
                  <am3d:objViewport viewportSz="330993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4" descr="Warning">
                <a:extLst>
                  <a:ext uri="{FF2B5EF4-FFF2-40B4-BE49-F238E27FC236}">
                    <a16:creationId xmlns:a16="http://schemas.microsoft.com/office/drawing/2014/main" id="{8B3BAE1B-631A-9451-C973-0252787ECF73}"/>
                  </a:ext>
                </a:extLst>
              </p:cNvPr>
              <p:cNvPicPr>
                <a:picLocks noGrp="1" noRot="1" noChangeAspect="1" noMove="1" noResize="1" noEditPoints="1" noAdjustHandles="1" noChangeArrowheads="1" noChangeShapeType="1" noCrop="1"/>
              </p:cNvPicPr>
              <p:nvPr/>
            </p:nvPicPr>
            <p:blipFill>
              <a:blip r:embed="rId4"/>
              <a:stretch>
                <a:fillRect/>
              </a:stretch>
            </p:blipFill>
            <p:spPr>
              <a:xfrm>
                <a:off x="2497219" y="2998157"/>
                <a:ext cx="2320760" cy="2434897"/>
              </a:xfrm>
              <a:prstGeom prst="rect">
                <a:avLst/>
              </a:prstGeom>
            </p:spPr>
          </p:pic>
        </mc:Fallback>
      </mc:AlternateContent>
      <p:sp>
        <p:nvSpPr>
          <p:cNvPr id="4" name="Content Placeholder 3">
            <a:extLst>
              <a:ext uri="{FF2B5EF4-FFF2-40B4-BE49-F238E27FC236}">
                <a16:creationId xmlns:a16="http://schemas.microsoft.com/office/drawing/2014/main" id="{933AD356-30DC-8070-5A4D-212CA7196E19}"/>
              </a:ext>
            </a:extLst>
          </p:cNvPr>
          <p:cNvSpPr>
            <a:spLocks noGrp="1"/>
          </p:cNvSpPr>
          <p:nvPr>
            <p:ph sz="half" idx="2"/>
          </p:nvPr>
        </p:nvSpPr>
        <p:spPr/>
        <p:txBody>
          <a:bodyPr/>
          <a:lstStyle/>
          <a:p>
            <a:r>
              <a:rPr lang="en-US" dirty="0"/>
              <a:t>Consequences:</a:t>
            </a:r>
          </a:p>
          <a:p>
            <a:pPr lvl="1"/>
            <a:r>
              <a:rPr lang="en-US" dirty="0"/>
              <a:t>Limiting subclassing</a:t>
            </a:r>
          </a:p>
          <a:p>
            <a:pPr lvl="1"/>
            <a:r>
              <a:rPr lang="en-US" dirty="0"/>
              <a:t>Decouples colleagues</a:t>
            </a:r>
          </a:p>
          <a:p>
            <a:pPr lvl="1"/>
            <a:r>
              <a:rPr lang="en-US" dirty="0"/>
              <a:t>Open/Closed Principle</a:t>
            </a:r>
          </a:p>
          <a:p>
            <a:pPr lvl="1"/>
            <a:r>
              <a:rPr lang="en-US" dirty="0"/>
              <a:t>Complexity</a:t>
            </a:r>
          </a:p>
        </p:txBody>
      </p:sp>
    </p:spTree>
    <p:extLst>
      <p:ext uri="{BB962C8B-B14F-4D97-AF65-F5344CB8AC3E}">
        <p14:creationId xmlns:p14="http://schemas.microsoft.com/office/powerpoint/2010/main" val="991303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66A2-99B0-8679-E1EF-66B7956417F7}"/>
              </a:ext>
            </a:extLst>
          </p:cNvPr>
          <p:cNvSpPr>
            <a:spLocks noGrp="1"/>
          </p:cNvSpPr>
          <p:nvPr>
            <p:ph type="title"/>
          </p:nvPr>
        </p:nvSpPr>
        <p:spPr/>
        <p:txBody>
          <a:bodyPr/>
          <a:lstStyle/>
          <a:p>
            <a:r>
              <a:rPr lang="en-US" dirty="0"/>
              <a:t>Mediator: Related Patterns</a:t>
            </a:r>
          </a:p>
        </p:txBody>
      </p:sp>
      <p:sp>
        <p:nvSpPr>
          <p:cNvPr id="3" name="Content Placeholder 2">
            <a:extLst>
              <a:ext uri="{FF2B5EF4-FFF2-40B4-BE49-F238E27FC236}">
                <a16:creationId xmlns:a16="http://schemas.microsoft.com/office/drawing/2014/main" id="{537D661E-D45F-D64E-5BBB-517A4F783707}"/>
              </a:ext>
            </a:extLst>
          </p:cNvPr>
          <p:cNvSpPr>
            <a:spLocks noGrp="1"/>
          </p:cNvSpPr>
          <p:nvPr>
            <p:ph idx="1"/>
          </p:nvPr>
        </p:nvSpPr>
        <p:spPr>
          <a:xfrm>
            <a:off x="1295402" y="2556932"/>
            <a:ext cx="9601196" cy="3318936"/>
          </a:xfrm>
        </p:spPr>
        <p:txBody>
          <a:bodyPr/>
          <a:lstStyle/>
          <a:p>
            <a:pPr marL="0" indent="0" algn="ctr">
              <a:buNone/>
            </a:pPr>
            <a:r>
              <a:rPr lang="en-US" dirty="0"/>
              <a:t>Facade</a:t>
            </a:r>
          </a:p>
          <a:p>
            <a:pPr marL="0" indent="0" algn="ctr">
              <a:buNone/>
            </a:pPr>
            <a:r>
              <a:rPr lang="en-US" dirty="0"/>
              <a:t>Chain of Responsibility</a:t>
            </a:r>
          </a:p>
          <a:p>
            <a:pPr marL="0" indent="0" algn="ctr">
              <a:buNone/>
            </a:pPr>
            <a:r>
              <a:rPr lang="en-US" dirty="0"/>
              <a:t>Command</a:t>
            </a:r>
          </a:p>
          <a:p>
            <a:pPr marL="0" indent="0" algn="ctr">
              <a:buNone/>
            </a:pPr>
            <a:r>
              <a:rPr lang="en-US" dirty="0"/>
              <a:t>Observer</a:t>
            </a:r>
          </a:p>
        </p:txBody>
      </p:sp>
    </p:spTree>
    <p:extLst>
      <p:ext uri="{BB962C8B-B14F-4D97-AF65-F5344CB8AC3E}">
        <p14:creationId xmlns:p14="http://schemas.microsoft.com/office/powerpoint/2010/main" val="336691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0EFE-8549-0ADB-ADCA-162CC847979E}"/>
              </a:ext>
            </a:extLst>
          </p:cNvPr>
          <p:cNvSpPr>
            <a:spLocks noGrp="1"/>
          </p:cNvSpPr>
          <p:nvPr>
            <p:ph type="title"/>
          </p:nvPr>
        </p:nvSpPr>
        <p:spPr/>
        <p:txBody>
          <a:bodyPr/>
          <a:lstStyle/>
          <a:p>
            <a:r>
              <a:rPr lang="en-US" dirty="0"/>
              <a:t>Strategy Pattern</a:t>
            </a:r>
          </a:p>
        </p:txBody>
      </p:sp>
      <p:sp>
        <p:nvSpPr>
          <p:cNvPr id="3" name="Content Placeholder 2">
            <a:extLst>
              <a:ext uri="{FF2B5EF4-FFF2-40B4-BE49-F238E27FC236}">
                <a16:creationId xmlns:a16="http://schemas.microsoft.com/office/drawing/2014/main" id="{1FEF6719-3FD2-CD00-0104-0817D5487B10}"/>
              </a:ext>
            </a:extLst>
          </p:cNvPr>
          <p:cNvSpPr>
            <a:spLocks noGrp="1"/>
          </p:cNvSpPr>
          <p:nvPr>
            <p:ph sz="half" idx="1"/>
          </p:nvPr>
        </p:nvSpPr>
        <p:spPr/>
        <p:txBody>
          <a:bodyPr/>
          <a:lstStyle/>
          <a:p>
            <a:r>
              <a:rPr lang="en-US" dirty="0"/>
              <a:t>Commonly used</a:t>
            </a:r>
          </a:p>
          <a:p>
            <a:r>
              <a:rPr lang="en-US" dirty="0"/>
              <a:t>define, encapsulate, interchangeable</a:t>
            </a:r>
          </a:p>
          <a:p>
            <a:endParaRPr lang="en-US" dirty="0"/>
          </a:p>
        </p:txBody>
      </p:sp>
      <mc:AlternateContent xmlns:mc="http://schemas.openxmlformats.org/markup-compatibility/2006">
        <mc:Choice xmlns:am3d="http://schemas.microsoft.com/office/drawing/2017/model3d" Requires="am3d">
          <p:graphicFrame>
            <p:nvGraphicFramePr>
              <p:cNvPr id="8" name="Content Placeholder 7" descr="Head With Gears">
                <a:extLst>
                  <a:ext uri="{FF2B5EF4-FFF2-40B4-BE49-F238E27FC236}">
                    <a16:creationId xmlns:a16="http://schemas.microsoft.com/office/drawing/2014/main" id="{6F8C264F-1E02-6986-FF32-7B7838E1A9B8}"/>
                  </a:ext>
                </a:extLst>
              </p:cNvPr>
              <p:cNvGraphicFramePr>
                <a:graphicFrameLocks noGrp="1" noChangeAspect="1"/>
              </p:cNvGraphicFramePr>
              <p:nvPr>
                <p:ph sz="half" idx="2"/>
                <p:extLst>
                  <p:ext uri="{D42A27DB-BD31-4B8C-83A1-F6EECF244321}">
                    <p14:modId xmlns:p14="http://schemas.microsoft.com/office/powerpoint/2010/main" val="2182082461"/>
                  </p:ext>
                </p:extLst>
              </p:nvPr>
            </p:nvGraphicFramePr>
            <p:xfrm>
              <a:off x="7456459" y="2999178"/>
              <a:ext cx="2168580" cy="2432855"/>
            </p:xfrm>
            <a:graphic>
              <a:graphicData uri="http://schemas.microsoft.com/office/drawing/2017/model3d">
                <am3d:model3d r:embed="rId3">
                  <am3d:spPr>
                    <a:xfrm>
                      <a:off x="0" y="0"/>
                      <a:ext cx="2168580" cy="2432855"/>
                    </a:xfrm>
                    <a:prstGeom prst="rect">
                      <a:avLst/>
                    </a:prstGeom>
                  </am3d:spPr>
                  <am3d:camera>
                    <am3d:pos x="0" y="0" z="62689370"/>
                    <am3d:up dx="0" dy="36000000" dz="0"/>
                    <am3d:lookAt x="0" y="0" z="0"/>
                    <am3d:perspective fov="2700000"/>
                  </am3d:camera>
                  <am3d:trans>
                    <am3d:meterPerModelUnit n="119171" d="1000000"/>
                    <am3d:preTrans dx="-164765" dy="-18081215" dz="-21786"/>
                    <am3d:scale>
                      <am3d:sx n="1000000" d="1000000"/>
                      <am3d:sy n="1000000" d="1000000"/>
                      <am3d:sz n="1000000" d="1000000"/>
                    </am3d:scale>
                    <am3d:rot ax="812148" ay="-834546" az="-198720"/>
                    <am3d:postTrans dx="0" dy="0" dz="0"/>
                  </am3d:trans>
                  <am3d:raster rName="Office3DRenderer" rVer="16.0.8326">
                    <am3d:blip r:embed="rId4"/>
                  </am3d:raster>
                  <am3d:objViewport viewportSz="330993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Content Placeholder 7" descr="Head With Gears">
                <a:extLst>
                  <a:ext uri="{FF2B5EF4-FFF2-40B4-BE49-F238E27FC236}">
                    <a16:creationId xmlns:a16="http://schemas.microsoft.com/office/drawing/2014/main" id="{6F8C264F-1E02-6986-FF32-7B7838E1A9B8}"/>
                  </a:ext>
                </a:extLst>
              </p:cNvPr>
              <p:cNvPicPr>
                <a:picLocks noGrp="1" noRot="1" noChangeAspect="1" noMove="1" noResize="1" noEditPoints="1" noAdjustHandles="1" noChangeArrowheads="1" noChangeShapeType="1" noCrop="1"/>
              </p:cNvPicPr>
              <p:nvPr/>
            </p:nvPicPr>
            <p:blipFill>
              <a:blip r:embed="rId4"/>
              <a:stretch>
                <a:fillRect/>
              </a:stretch>
            </p:blipFill>
            <p:spPr>
              <a:xfrm>
                <a:off x="7456459" y="2999178"/>
                <a:ext cx="2168580" cy="2432855"/>
              </a:xfrm>
              <a:prstGeom prst="rect">
                <a:avLst/>
              </a:prstGeom>
            </p:spPr>
          </p:pic>
        </mc:Fallback>
      </mc:AlternateContent>
    </p:spTree>
    <p:extLst>
      <p:ext uri="{BB962C8B-B14F-4D97-AF65-F5344CB8AC3E}">
        <p14:creationId xmlns:p14="http://schemas.microsoft.com/office/powerpoint/2010/main" val="2280515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0EFE-8549-0ADB-ADCA-162CC847979E}"/>
              </a:ext>
            </a:extLst>
          </p:cNvPr>
          <p:cNvSpPr>
            <a:spLocks noGrp="1"/>
          </p:cNvSpPr>
          <p:nvPr>
            <p:ph type="title"/>
          </p:nvPr>
        </p:nvSpPr>
        <p:spPr/>
        <p:txBody>
          <a:bodyPr/>
          <a:lstStyle/>
          <a:p>
            <a:r>
              <a:rPr lang="en-US" dirty="0"/>
              <a:t>Strategy Pattern Structure</a:t>
            </a:r>
          </a:p>
        </p:txBody>
      </p:sp>
      <p:sp>
        <p:nvSpPr>
          <p:cNvPr id="3" name="Content Placeholder 2">
            <a:extLst>
              <a:ext uri="{FF2B5EF4-FFF2-40B4-BE49-F238E27FC236}">
                <a16:creationId xmlns:a16="http://schemas.microsoft.com/office/drawing/2014/main" id="{1FEF6719-3FD2-CD00-0104-0817D5487B10}"/>
              </a:ext>
            </a:extLst>
          </p:cNvPr>
          <p:cNvSpPr>
            <a:spLocks noGrp="1"/>
          </p:cNvSpPr>
          <p:nvPr>
            <p:ph sz="half" idx="1"/>
          </p:nvPr>
        </p:nvSpPr>
        <p:spPr/>
        <p:txBody>
          <a:bodyPr/>
          <a:lstStyle/>
          <a:p>
            <a:r>
              <a:rPr lang="en-US" dirty="0"/>
              <a:t>Example</a:t>
            </a:r>
          </a:p>
          <a:p>
            <a:endParaRPr lang="en-US" dirty="0"/>
          </a:p>
        </p:txBody>
      </p:sp>
      <p:pic>
        <p:nvPicPr>
          <p:cNvPr id="5" name="Content Placeholder 4">
            <a:extLst>
              <a:ext uri="{FF2B5EF4-FFF2-40B4-BE49-F238E27FC236}">
                <a16:creationId xmlns:a16="http://schemas.microsoft.com/office/drawing/2014/main" id="{95F9370D-A2BA-EF4E-6D07-274B017CB810}"/>
              </a:ext>
            </a:extLst>
          </p:cNvPr>
          <p:cNvPicPr>
            <a:picLocks noGrp="1" noChangeAspect="1"/>
          </p:cNvPicPr>
          <p:nvPr>
            <p:ph sz="half" idx="2"/>
          </p:nvPr>
        </p:nvPicPr>
        <p:blipFill>
          <a:blip r:embed="rId3"/>
          <a:stretch>
            <a:fillRect/>
          </a:stretch>
        </p:blipFill>
        <p:spPr>
          <a:xfrm>
            <a:off x="6469906" y="2733675"/>
            <a:ext cx="4645004" cy="977191"/>
          </a:xfrm>
          <a:prstGeom prst="rect">
            <a:avLst/>
          </a:prstGeom>
        </p:spPr>
      </p:pic>
      <p:pic>
        <p:nvPicPr>
          <p:cNvPr id="6" name="Picture 5">
            <a:extLst>
              <a:ext uri="{FF2B5EF4-FFF2-40B4-BE49-F238E27FC236}">
                <a16:creationId xmlns:a16="http://schemas.microsoft.com/office/drawing/2014/main" id="{EA011B5A-148C-2FB1-FD43-B9A2D6A6BA34}"/>
              </a:ext>
            </a:extLst>
          </p:cNvPr>
          <p:cNvPicPr>
            <a:picLocks noChangeAspect="1"/>
          </p:cNvPicPr>
          <p:nvPr/>
        </p:nvPicPr>
        <p:blipFill>
          <a:blip r:embed="rId4"/>
          <a:stretch>
            <a:fillRect/>
          </a:stretch>
        </p:blipFill>
        <p:spPr>
          <a:xfrm>
            <a:off x="6352697" y="4020265"/>
            <a:ext cx="4778210" cy="1705831"/>
          </a:xfrm>
          <a:prstGeom prst="rect">
            <a:avLst/>
          </a:prstGeom>
        </p:spPr>
      </p:pic>
    </p:spTree>
    <p:extLst>
      <p:ext uri="{BB962C8B-B14F-4D97-AF65-F5344CB8AC3E}">
        <p14:creationId xmlns:p14="http://schemas.microsoft.com/office/powerpoint/2010/main" val="3596538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1744-38A1-EDD2-89CB-09501A3F9586}"/>
              </a:ext>
            </a:extLst>
          </p:cNvPr>
          <p:cNvSpPr>
            <a:spLocks noGrp="1"/>
          </p:cNvSpPr>
          <p:nvPr>
            <p:ph type="title"/>
          </p:nvPr>
        </p:nvSpPr>
        <p:spPr/>
        <p:txBody>
          <a:bodyPr/>
          <a:lstStyle/>
          <a:p>
            <a:r>
              <a:rPr lang="en-US" dirty="0"/>
              <a:t>Strategy: Use cases</a:t>
            </a:r>
          </a:p>
        </p:txBody>
      </p:sp>
      <p:sp>
        <p:nvSpPr>
          <p:cNvPr id="3" name="Content Placeholder 2">
            <a:extLst>
              <a:ext uri="{FF2B5EF4-FFF2-40B4-BE49-F238E27FC236}">
                <a16:creationId xmlns:a16="http://schemas.microsoft.com/office/drawing/2014/main" id="{C6F387E5-4B28-984F-2185-97E69B3D5481}"/>
              </a:ext>
            </a:extLst>
          </p:cNvPr>
          <p:cNvSpPr>
            <a:spLocks noGrp="1"/>
          </p:cNvSpPr>
          <p:nvPr>
            <p:ph sz="half" idx="1"/>
          </p:nvPr>
        </p:nvSpPr>
        <p:spPr/>
        <p:txBody>
          <a:bodyPr/>
          <a:lstStyle/>
          <a:p>
            <a:r>
              <a:rPr lang="en-US" dirty="0"/>
              <a:t>Use cases:</a:t>
            </a:r>
          </a:p>
          <a:p>
            <a:pPr lvl="1"/>
            <a:r>
              <a:rPr lang="en-US" dirty="0"/>
              <a:t>Many related</a:t>
            </a:r>
          </a:p>
          <a:p>
            <a:pPr lvl="1"/>
            <a:r>
              <a:rPr lang="en-US" dirty="0"/>
              <a:t>Different variants</a:t>
            </a:r>
          </a:p>
          <a:p>
            <a:pPr lvl="1"/>
            <a:r>
              <a:rPr lang="en-US" dirty="0"/>
              <a:t>uses data, code or dependencies</a:t>
            </a:r>
          </a:p>
          <a:p>
            <a:pPr lvl="1"/>
            <a:r>
              <a:rPr lang="en-US" dirty="0"/>
              <a:t>Different behaviors</a:t>
            </a:r>
          </a:p>
        </p:txBody>
      </p:sp>
      <mc:AlternateContent xmlns:mc="http://schemas.openxmlformats.org/markup-compatibility/2006">
        <mc:Choice xmlns:am3d="http://schemas.microsoft.com/office/drawing/2017/model3d" Requires="am3d">
          <p:graphicFrame>
            <p:nvGraphicFramePr>
              <p:cNvPr id="5" name="Content Placeholder 4" descr="Smiling Face With Sunglasses Emoji">
                <a:extLst>
                  <a:ext uri="{FF2B5EF4-FFF2-40B4-BE49-F238E27FC236}">
                    <a16:creationId xmlns:a16="http://schemas.microsoft.com/office/drawing/2014/main" id="{F8D3516D-4AB7-1DC6-6C14-CAEBF482ADBB}"/>
                  </a:ext>
                </a:extLst>
              </p:cNvPr>
              <p:cNvGraphicFramePr>
                <a:graphicFrameLocks noGrp="1"/>
              </p:cNvGraphicFramePr>
              <p:nvPr>
                <p:ph sz="half" idx="2"/>
                <p:extLst>
                  <p:ext uri="{D42A27DB-BD31-4B8C-83A1-F6EECF244321}">
                    <p14:modId xmlns:p14="http://schemas.microsoft.com/office/powerpoint/2010/main" val="2741381443"/>
                  </p:ext>
                </p:extLst>
              </p:nvPr>
            </p:nvGraphicFramePr>
            <p:xfrm>
              <a:off x="9049732" y="4378862"/>
              <a:ext cx="1794171" cy="1750864"/>
            </p:xfrm>
            <a:graphic>
              <a:graphicData uri="http://schemas.microsoft.com/office/drawing/2017/model3d">
                <am3d:model3d r:embed="rId3">
                  <am3d:spPr>
                    <a:xfrm>
                      <a:off x="0" y="0"/>
                      <a:ext cx="1794171" cy="1750864"/>
                    </a:xfrm>
                    <a:prstGeom prst="rect">
                      <a:avLst/>
                    </a:prstGeom>
                  </am3d:spPr>
                  <am3d:camera>
                    <am3d:pos x="0" y="0" z="78334150"/>
                    <am3d:up dx="0" dy="36000000" dz="0"/>
                    <am3d:lookAt x="0" y="0" z="0"/>
                    <am3d:perspective fov="2700000"/>
                  </am3d:camera>
                  <am3d:trans>
                    <am3d:meterPerModelUnit n="88884" d="1000000"/>
                    <am3d:preTrans dx="1832" dy="-16799170" dz="-1200816"/>
                    <am3d:scale>
                      <am3d:sx n="1000000" d="1000000"/>
                      <am3d:sy n="1000000" d="1000000"/>
                      <am3d:sz n="1000000" d="1000000"/>
                    </am3d:scale>
                    <am3d:rot/>
                    <am3d:postTrans dx="0" dy="0" dz="0"/>
                  </am3d:trans>
                  <am3d:raster rName="Office3DRenderer" rVer="16.0.8326">
                    <am3d:blip r:embed="rId4"/>
                  </am3d:raster>
                  <am3d:objViewport viewportSz="311141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4" descr="Smiling Face With Sunglasses Emoji">
                <a:extLst>
                  <a:ext uri="{FF2B5EF4-FFF2-40B4-BE49-F238E27FC236}">
                    <a16:creationId xmlns:a16="http://schemas.microsoft.com/office/drawing/2014/main" id="{F8D3516D-4AB7-1DC6-6C14-CAEBF482ADBB}"/>
                  </a:ext>
                </a:extLst>
              </p:cNvPr>
              <p:cNvPicPr>
                <a:picLocks noGrp="1" noRot="1" noChangeAspect="1" noMove="1" noResize="1" noEditPoints="1" noAdjustHandles="1" noChangeArrowheads="1" noChangeShapeType="1" noCrop="1"/>
              </p:cNvPicPr>
              <p:nvPr/>
            </p:nvPicPr>
            <p:blipFill>
              <a:blip r:embed="rId4"/>
              <a:stretch>
                <a:fillRect/>
              </a:stretch>
            </p:blipFill>
            <p:spPr>
              <a:xfrm>
                <a:off x="9049732" y="4378862"/>
                <a:ext cx="1794171" cy="1750864"/>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3D Model 5" descr="Winking Face With Tongue Emoji">
                <a:extLst>
                  <a:ext uri="{FF2B5EF4-FFF2-40B4-BE49-F238E27FC236}">
                    <a16:creationId xmlns:a16="http://schemas.microsoft.com/office/drawing/2014/main" id="{9831D60F-62CD-183F-4B55-6844CE8E48F8}"/>
                  </a:ext>
                </a:extLst>
              </p:cNvPr>
              <p:cNvGraphicFramePr/>
              <p:nvPr>
                <p:extLst>
                  <p:ext uri="{D42A27DB-BD31-4B8C-83A1-F6EECF244321}">
                    <p14:modId xmlns:p14="http://schemas.microsoft.com/office/powerpoint/2010/main" val="1920787852"/>
                  </p:ext>
                </p:extLst>
              </p:nvPr>
            </p:nvGraphicFramePr>
            <p:xfrm>
              <a:off x="6806679" y="3535483"/>
              <a:ext cx="1586142" cy="1847336"/>
            </p:xfrm>
            <a:graphic>
              <a:graphicData uri="http://schemas.microsoft.com/office/drawing/2017/model3d">
                <am3d:model3d r:embed="rId5">
                  <am3d:spPr>
                    <a:xfrm>
                      <a:off x="0" y="0"/>
                      <a:ext cx="1586142" cy="1847336"/>
                    </a:xfrm>
                    <a:prstGeom prst="rect">
                      <a:avLst/>
                    </a:prstGeom>
                  </am3d:spPr>
                  <am3d:camera>
                    <am3d:pos x="0" y="0" z="81367209"/>
                    <am3d:up dx="0" dy="36000000" dz="0"/>
                    <am3d:lookAt x="0" y="0" z="0"/>
                    <am3d:perspective fov="2700000"/>
                  </am3d:camera>
                  <am3d:trans>
                    <am3d:meterPerModelUnit n="95086" d="1000000"/>
                    <am3d:preTrans dx="-81" dy="-17971341" dz="-41046"/>
                    <am3d:scale>
                      <am3d:sx n="1000000" d="1000000"/>
                      <am3d:sy n="1000000" d="1000000"/>
                      <am3d:sz n="1000000" d="1000000"/>
                    </am3d:scale>
                    <am3d:rot/>
                    <am3d:postTrans dx="0" dy="0" dz="0"/>
                  </am3d:trans>
                  <am3d:raster rName="Office3DRenderer" rVer="16.0.8326">
                    <am3d:blip r:embed="rId6"/>
                  </am3d:raster>
                  <am3d:objViewport viewportSz="27953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Winking Face With Tongue Emoji">
                <a:extLst>
                  <a:ext uri="{FF2B5EF4-FFF2-40B4-BE49-F238E27FC236}">
                    <a16:creationId xmlns:a16="http://schemas.microsoft.com/office/drawing/2014/main" id="{9831D60F-62CD-183F-4B55-6844CE8E48F8}"/>
                  </a:ext>
                </a:extLst>
              </p:cNvPr>
              <p:cNvPicPr>
                <a:picLocks noGrp="1" noRot="1" noChangeAspect="1" noMove="1" noResize="1" noEditPoints="1" noAdjustHandles="1" noChangeArrowheads="1" noChangeShapeType="1" noCrop="1"/>
              </p:cNvPicPr>
              <p:nvPr/>
            </p:nvPicPr>
            <p:blipFill>
              <a:blip r:embed="rId6"/>
              <a:stretch>
                <a:fillRect/>
              </a:stretch>
            </p:blipFill>
            <p:spPr>
              <a:xfrm>
                <a:off x="6806679" y="3535483"/>
                <a:ext cx="1586142" cy="1847336"/>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descr="Happy Face">
                <a:extLst>
                  <a:ext uri="{FF2B5EF4-FFF2-40B4-BE49-F238E27FC236}">
                    <a16:creationId xmlns:a16="http://schemas.microsoft.com/office/drawing/2014/main" id="{46399D53-D46F-F8A8-B7A6-1DE86AC90999}"/>
                  </a:ext>
                </a:extLst>
              </p:cNvPr>
              <p:cNvGraphicFramePr/>
              <p:nvPr>
                <p:extLst>
                  <p:ext uri="{D42A27DB-BD31-4B8C-83A1-F6EECF244321}">
                    <p14:modId xmlns:p14="http://schemas.microsoft.com/office/powerpoint/2010/main" val="3050506086"/>
                  </p:ext>
                </p:extLst>
              </p:nvPr>
            </p:nvGraphicFramePr>
            <p:xfrm>
              <a:off x="8392821" y="2560321"/>
              <a:ext cx="1710804" cy="1818541"/>
            </p:xfrm>
            <a:graphic>
              <a:graphicData uri="http://schemas.microsoft.com/office/drawing/2017/model3d">
                <am3d:model3d r:embed="rId7">
                  <am3d:spPr>
                    <a:xfrm>
                      <a:off x="0" y="0"/>
                      <a:ext cx="1710804" cy="1818541"/>
                    </a:xfrm>
                    <a:prstGeom prst="rect">
                      <a:avLst/>
                    </a:prstGeom>
                  </am3d:spPr>
                  <am3d:camera>
                    <am3d:pos x="0" y="0" z="81154469"/>
                    <am3d:up dx="0" dy="36000000" dz="0"/>
                    <am3d:lookAt x="0" y="0" z="0"/>
                    <am3d:perspective fov="2700000"/>
                  </am3d:camera>
                  <am3d:trans>
                    <am3d:meterPerModelUnit n="61035753" d="1000000"/>
                    <am3d:preTrans dx="285" dy="0" dz="997314"/>
                    <am3d:scale>
                      <am3d:sx n="1000000" d="1000000"/>
                      <am3d:sy n="1000000" d="1000000"/>
                      <am3d:sz n="1000000" d="1000000"/>
                    </am3d:scale>
                    <am3d:rot/>
                    <am3d:postTrans dx="0" dy="0" dz="0"/>
                  </am3d:trans>
                  <am3d:raster rName="Office3DRenderer" rVer="16.0.8326">
                    <am3d:blip r:embed="rId8"/>
                  </am3d:raster>
                  <am3d:objViewport viewportSz="304509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Happy Face">
                <a:extLst>
                  <a:ext uri="{FF2B5EF4-FFF2-40B4-BE49-F238E27FC236}">
                    <a16:creationId xmlns:a16="http://schemas.microsoft.com/office/drawing/2014/main" id="{46399D53-D46F-F8A8-B7A6-1DE86AC90999}"/>
                  </a:ext>
                </a:extLst>
              </p:cNvPr>
              <p:cNvPicPr>
                <a:picLocks noGrp="1" noRot="1" noChangeAspect="1" noMove="1" noResize="1" noEditPoints="1" noAdjustHandles="1" noChangeArrowheads="1" noChangeShapeType="1" noCrop="1"/>
              </p:cNvPicPr>
              <p:nvPr/>
            </p:nvPicPr>
            <p:blipFill>
              <a:blip r:embed="rId8"/>
              <a:stretch>
                <a:fillRect/>
              </a:stretch>
            </p:blipFill>
            <p:spPr>
              <a:xfrm>
                <a:off x="8392821" y="2560321"/>
                <a:ext cx="1710804" cy="1818541"/>
              </a:xfrm>
              <a:prstGeom prst="rect">
                <a:avLst/>
              </a:prstGeom>
            </p:spPr>
          </p:pic>
        </mc:Fallback>
      </mc:AlternateContent>
    </p:spTree>
    <p:extLst>
      <p:ext uri="{BB962C8B-B14F-4D97-AF65-F5344CB8AC3E}">
        <p14:creationId xmlns:p14="http://schemas.microsoft.com/office/powerpoint/2010/main" val="220379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1744-38A1-EDD2-89CB-09501A3F9586}"/>
              </a:ext>
            </a:extLst>
          </p:cNvPr>
          <p:cNvSpPr>
            <a:spLocks noGrp="1"/>
          </p:cNvSpPr>
          <p:nvPr>
            <p:ph type="title"/>
          </p:nvPr>
        </p:nvSpPr>
        <p:spPr/>
        <p:txBody>
          <a:bodyPr/>
          <a:lstStyle/>
          <a:p>
            <a:r>
              <a:rPr lang="en-US" dirty="0"/>
              <a:t>Strategy: Consequences</a:t>
            </a:r>
          </a:p>
        </p:txBody>
      </p:sp>
      <p:sp>
        <p:nvSpPr>
          <p:cNvPr id="4" name="Content Placeholder 3">
            <a:extLst>
              <a:ext uri="{FF2B5EF4-FFF2-40B4-BE49-F238E27FC236}">
                <a16:creationId xmlns:a16="http://schemas.microsoft.com/office/drawing/2014/main" id="{933AD356-30DC-8070-5A4D-212CA7196E19}"/>
              </a:ext>
            </a:extLst>
          </p:cNvPr>
          <p:cNvSpPr>
            <a:spLocks noGrp="1"/>
          </p:cNvSpPr>
          <p:nvPr>
            <p:ph sz="half" idx="2"/>
          </p:nvPr>
        </p:nvSpPr>
        <p:spPr/>
        <p:txBody>
          <a:bodyPr/>
          <a:lstStyle/>
          <a:p>
            <a:r>
              <a:rPr lang="en-US" dirty="0"/>
              <a:t>Consequences:</a:t>
            </a:r>
          </a:p>
          <a:p>
            <a:pPr lvl="1"/>
            <a:r>
              <a:rPr lang="en-US" dirty="0"/>
              <a:t>Avoid hardwiring</a:t>
            </a:r>
          </a:p>
          <a:p>
            <a:pPr lvl="1"/>
            <a:r>
              <a:rPr lang="en-US" dirty="0"/>
              <a:t>No context changing</a:t>
            </a:r>
          </a:p>
          <a:p>
            <a:pPr lvl="1"/>
            <a:r>
              <a:rPr lang="en-US" dirty="0"/>
              <a:t>Choices at runtime</a:t>
            </a:r>
          </a:p>
          <a:p>
            <a:pPr lvl="1"/>
            <a:r>
              <a:rPr lang="en-US" dirty="0"/>
              <a:t>Requires knowledge from user</a:t>
            </a:r>
          </a:p>
          <a:p>
            <a:pPr lvl="1"/>
            <a:r>
              <a:rPr lang="en-US" dirty="0"/>
              <a:t>Overhead in communication</a:t>
            </a:r>
          </a:p>
          <a:p>
            <a:pPr lvl="1"/>
            <a:r>
              <a:rPr lang="en-US" dirty="0"/>
              <a:t>Complexity</a:t>
            </a:r>
          </a:p>
        </p:txBody>
      </p:sp>
      <mc:AlternateContent xmlns:mc="http://schemas.openxmlformats.org/markup-compatibility/2006">
        <mc:Choice xmlns:am3d="http://schemas.microsoft.com/office/drawing/2017/model3d" Requires="am3d">
          <p:graphicFrame>
            <p:nvGraphicFramePr>
              <p:cNvPr id="5" name="Content Placeholder 4" descr="Warning">
                <a:extLst>
                  <a:ext uri="{FF2B5EF4-FFF2-40B4-BE49-F238E27FC236}">
                    <a16:creationId xmlns:a16="http://schemas.microsoft.com/office/drawing/2014/main" id="{9073B057-5B4F-6D26-6123-4D64AE401BCE}"/>
                  </a:ext>
                </a:extLst>
              </p:cNvPr>
              <p:cNvGraphicFramePr>
                <a:graphicFrameLocks noGrp="1" noChangeAspect="1"/>
              </p:cNvGraphicFramePr>
              <p:nvPr>
                <p:ph sz="half" idx="1"/>
                <p:extLst>
                  <p:ext uri="{D42A27DB-BD31-4B8C-83A1-F6EECF244321}">
                    <p14:modId xmlns:p14="http://schemas.microsoft.com/office/powerpoint/2010/main" val="2096447901"/>
                  </p:ext>
                </p:extLst>
              </p:nvPr>
            </p:nvGraphicFramePr>
            <p:xfrm>
              <a:off x="1298575" y="2560638"/>
              <a:ext cx="4718050" cy="3309937"/>
            </p:xfrm>
            <a:graphic>
              <a:graphicData uri="http://schemas.microsoft.com/office/drawing/2017/model3d">
                <am3d:model3d r:embed="rId3">
                  <am3d:spPr>
                    <a:xfrm>
                      <a:off x="0" y="0"/>
                      <a:ext cx="4718050" cy="3309937"/>
                    </a:xfrm>
                    <a:prstGeom prst="rect">
                      <a:avLst/>
                    </a:prstGeom>
                  </am3d:spPr>
                  <am3d:camera>
                    <am3d:pos x="0" y="0" z="63351631"/>
                    <am3d:up dx="0" dy="36000000" dz="0"/>
                    <am3d:lookAt x="0" y="0" z="0"/>
                    <am3d:perspective fov="2700000"/>
                  </am3d:camera>
                  <am3d:trans>
                    <am3d:meterPerModelUnit n="20271560" d="1000000"/>
                    <am3d:preTrans dx="0" dy="-16278167" dz="-464067"/>
                    <am3d:scale>
                      <am3d:sx n="1000000" d="1000000"/>
                      <am3d:sy n="1000000" d="1000000"/>
                      <am3d:sz n="1000000" d="1000000"/>
                    </am3d:scale>
                    <am3d:rot ax="382349" ay="1913835" az="202636"/>
                    <am3d:postTrans dx="0" dy="0" dz="0"/>
                  </am3d:trans>
                  <am3d:raster rName="Office3DRenderer" rVer="16.0.8326">
                    <am3d:blip r:embed="rId4"/>
                  </am3d:raster>
                  <am3d:objViewport viewportSz="44994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4" descr="Warning">
                <a:extLst>
                  <a:ext uri="{FF2B5EF4-FFF2-40B4-BE49-F238E27FC236}">
                    <a16:creationId xmlns:a16="http://schemas.microsoft.com/office/drawing/2014/main" id="{9073B057-5B4F-6D26-6123-4D64AE401BCE}"/>
                  </a:ext>
                </a:extLst>
              </p:cNvPr>
              <p:cNvPicPr>
                <a:picLocks noGrp="1" noRot="1" noChangeAspect="1" noMove="1" noResize="1" noEditPoints="1" noAdjustHandles="1" noChangeArrowheads="1" noChangeShapeType="1" noCrop="1"/>
              </p:cNvPicPr>
              <p:nvPr/>
            </p:nvPicPr>
            <p:blipFill>
              <a:blip r:embed="rId4"/>
              <a:stretch>
                <a:fillRect/>
              </a:stretch>
            </p:blipFill>
            <p:spPr>
              <a:xfrm>
                <a:off x="1298575" y="2560638"/>
                <a:ext cx="4718050" cy="3309937"/>
              </a:xfrm>
              <a:prstGeom prst="rect">
                <a:avLst/>
              </a:prstGeom>
            </p:spPr>
          </p:pic>
        </mc:Fallback>
      </mc:AlternateContent>
    </p:spTree>
    <p:extLst>
      <p:ext uri="{BB962C8B-B14F-4D97-AF65-F5344CB8AC3E}">
        <p14:creationId xmlns:p14="http://schemas.microsoft.com/office/powerpoint/2010/main" val="782354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66A2-99B0-8679-E1EF-66B7956417F7}"/>
              </a:ext>
            </a:extLst>
          </p:cNvPr>
          <p:cNvSpPr>
            <a:spLocks noGrp="1"/>
          </p:cNvSpPr>
          <p:nvPr>
            <p:ph type="title"/>
          </p:nvPr>
        </p:nvSpPr>
        <p:spPr/>
        <p:txBody>
          <a:bodyPr/>
          <a:lstStyle/>
          <a:p>
            <a:r>
              <a:rPr lang="en-US" dirty="0"/>
              <a:t>Strategy: Related Patterns</a:t>
            </a:r>
          </a:p>
        </p:txBody>
      </p:sp>
      <p:sp>
        <p:nvSpPr>
          <p:cNvPr id="3" name="Content Placeholder 2">
            <a:extLst>
              <a:ext uri="{FF2B5EF4-FFF2-40B4-BE49-F238E27FC236}">
                <a16:creationId xmlns:a16="http://schemas.microsoft.com/office/drawing/2014/main" id="{537D661E-D45F-D64E-5BBB-517A4F783707}"/>
              </a:ext>
            </a:extLst>
          </p:cNvPr>
          <p:cNvSpPr>
            <a:spLocks noGrp="1"/>
          </p:cNvSpPr>
          <p:nvPr>
            <p:ph idx="1"/>
          </p:nvPr>
        </p:nvSpPr>
        <p:spPr/>
        <p:txBody>
          <a:bodyPr/>
          <a:lstStyle/>
          <a:p>
            <a:pPr marL="0" indent="0" algn="ctr">
              <a:buNone/>
            </a:pPr>
            <a:r>
              <a:rPr lang="en-US" dirty="0"/>
              <a:t>Flyweight</a:t>
            </a:r>
          </a:p>
          <a:p>
            <a:pPr marL="0" indent="0" algn="ctr">
              <a:buNone/>
            </a:pPr>
            <a:r>
              <a:rPr lang="en-US" dirty="0"/>
              <a:t>Bridge</a:t>
            </a:r>
          </a:p>
          <a:p>
            <a:pPr marL="0" indent="0" algn="ctr">
              <a:buNone/>
            </a:pPr>
            <a:r>
              <a:rPr lang="en-US" dirty="0"/>
              <a:t>State</a:t>
            </a:r>
          </a:p>
          <a:p>
            <a:pPr marL="0" indent="0" algn="ctr">
              <a:buNone/>
            </a:pPr>
            <a:r>
              <a:rPr lang="en-US" dirty="0"/>
              <a:t>Template Method</a:t>
            </a:r>
          </a:p>
        </p:txBody>
      </p:sp>
    </p:spTree>
    <p:extLst>
      <p:ext uri="{BB962C8B-B14F-4D97-AF65-F5344CB8AC3E}">
        <p14:creationId xmlns:p14="http://schemas.microsoft.com/office/powerpoint/2010/main" val="2682093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4FC3-6345-60AC-2739-1A6B6AB9C249}"/>
              </a:ext>
            </a:extLst>
          </p:cNvPr>
          <p:cNvSpPr>
            <a:spLocks noGrp="1"/>
          </p:cNvSpPr>
          <p:nvPr>
            <p:ph type="ctrTitle"/>
          </p:nvPr>
        </p:nvSpPr>
        <p:spPr/>
        <p:txBody>
          <a:bodyPr/>
          <a:lstStyle/>
          <a:p>
            <a:r>
              <a:rPr lang="en-US" dirty="0"/>
              <a:t>Questions?</a:t>
            </a:r>
          </a:p>
        </p:txBody>
      </p:sp>
      <p:sp>
        <p:nvSpPr>
          <p:cNvPr id="3" name="Subtitle 2">
            <a:extLst>
              <a:ext uri="{FF2B5EF4-FFF2-40B4-BE49-F238E27FC236}">
                <a16:creationId xmlns:a16="http://schemas.microsoft.com/office/drawing/2014/main" id="{B59E75A8-5713-BAB8-79E3-95B96B8CE45D}"/>
              </a:ext>
            </a:extLst>
          </p:cNvPr>
          <p:cNvSpPr>
            <a:spLocks noGrp="1"/>
          </p:cNvSpPr>
          <p:nvPr>
            <p:ph type="subTitle" idx="1"/>
          </p:nvPr>
        </p:nvSpPr>
        <p:spPr/>
        <p:txBody>
          <a:bodyPr/>
          <a:lstStyle/>
          <a:p>
            <a:r>
              <a:rPr lang="en-US" dirty="0"/>
              <a:t>22.03.23 Part 3 of design patterns with Abstract Factory and Factory Method </a:t>
            </a:r>
            <a:r>
              <a:rPr lang="en-US"/>
              <a:t>as theme</a:t>
            </a:r>
            <a:endParaRPr lang="en-US" dirty="0"/>
          </a:p>
        </p:txBody>
      </p:sp>
    </p:spTree>
    <p:extLst>
      <p:ext uri="{BB962C8B-B14F-4D97-AF65-F5344CB8AC3E}">
        <p14:creationId xmlns:p14="http://schemas.microsoft.com/office/powerpoint/2010/main" val="237783938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478</TotalTime>
  <Words>1609</Words>
  <Application>Microsoft Office PowerPoint</Application>
  <PresentationFormat>Widescreen</PresentationFormat>
  <Paragraphs>84</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Garamond</vt:lpstr>
      <vt:lpstr>Organic</vt:lpstr>
      <vt:lpstr>Mediator &amp; Strategy Pattern </vt:lpstr>
      <vt:lpstr>Common for both patterns</vt:lpstr>
      <vt:lpstr>Mediator Pattern </vt:lpstr>
      <vt:lpstr>Mediator Pattern Structure </vt:lpstr>
      <vt:lpstr>Mediator: Use cases</vt:lpstr>
      <vt:lpstr>Mediator: Consequences</vt:lpstr>
      <vt:lpstr>Mediator: Related Patterns</vt:lpstr>
      <vt:lpstr>Strategy Pattern</vt:lpstr>
      <vt:lpstr>Strategy Pattern Structure</vt:lpstr>
      <vt:lpstr>Strategy: Use cases</vt:lpstr>
      <vt:lpstr>Strategy: Consequences</vt:lpstr>
      <vt:lpstr>Strategy: Related Patterns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Mediator &amp; Strategy Pattern </dc:title>
  <dc:creator>Ina Fløysvik Pedersen</dc:creator>
  <cp:lastModifiedBy>Ina Fløysvik Pedersen</cp:lastModifiedBy>
  <cp:revision>1</cp:revision>
  <dcterms:created xsi:type="dcterms:W3CDTF">2023-02-17T09:08:40Z</dcterms:created>
  <dcterms:modified xsi:type="dcterms:W3CDTF">2023-03-17T12:06:17Z</dcterms:modified>
</cp:coreProperties>
</file>