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8" r:id="rId3"/>
    <p:sldId id="257" r:id="rId4"/>
    <p:sldId id="265" r:id="rId5"/>
    <p:sldId id="259" r:id="rId6"/>
    <p:sldId id="266" r:id="rId7"/>
    <p:sldId id="260" r:id="rId8"/>
    <p:sldId id="261" r:id="rId9"/>
    <p:sldId id="267" r:id="rId10"/>
    <p:sldId id="268" r:id="rId11"/>
    <p:sldId id="262" r:id="rId12"/>
    <p:sldId id="263" r:id="rId13"/>
    <p:sldId id="269" r:id="rId14"/>
    <p:sldId id="26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7BDBB1-9183-427A-B5CC-311C1F96F16B}" v="5" dt="2023-03-17T10:57:01.5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a Fløysvik Pedersen" userId="bf96d5c3-b6d9-4e2d-a837-73c672c22f72" providerId="ADAL" clId="{7CA45309-F14F-4BA3-A50A-8E712A0F9337}"/>
    <pc:docChg chg="undo custSel addSld delSld modSld sldOrd">
      <pc:chgData name="Ina Fløysvik Pedersen" userId="bf96d5c3-b6d9-4e2d-a837-73c672c22f72" providerId="ADAL" clId="{7CA45309-F14F-4BA3-A50A-8E712A0F9337}" dt="2023-02-22T09:56:09.932" v="1095" actId="20577"/>
      <pc:docMkLst>
        <pc:docMk/>
      </pc:docMkLst>
      <pc:sldChg chg="addSp delSp modSp new mod">
        <pc:chgData name="Ina Fløysvik Pedersen" userId="bf96d5c3-b6d9-4e2d-a837-73c672c22f72" providerId="ADAL" clId="{7CA45309-F14F-4BA3-A50A-8E712A0F9337}" dt="2023-02-17T13:08:57.069" v="941" actId="1076"/>
        <pc:sldMkLst>
          <pc:docMk/>
          <pc:sldMk cId="1152220475" sldId="257"/>
        </pc:sldMkLst>
        <pc:spChg chg="mod">
          <ac:chgData name="Ina Fløysvik Pedersen" userId="bf96d5c3-b6d9-4e2d-a837-73c672c22f72" providerId="ADAL" clId="{7CA45309-F14F-4BA3-A50A-8E712A0F9337}" dt="2023-02-17T09:15:20.810" v="82" actId="20577"/>
          <ac:spMkLst>
            <pc:docMk/>
            <pc:sldMk cId="1152220475" sldId="257"/>
            <ac:spMk id="2" creationId="{355572C6-EC8C-1A47-7413-6FDE336BCB36}"/>
          </ac:spMkLst>
        </pc:spChg>
        <pc:spChg chg="mod">
          <ac:chgData name="Ina Fløysvik Pedersen" userId="bf96d5c3-b6d9-4e2d-a837-73c672c22f72" providerId="ADAL" clId="{7CA45309-F14F-4BA3-A50A-8E712A0F9337}" dt="2023-02-17T09:18:29.428" v="134" actId="20577"/>
          <ac:spMkLst>
            <pc:docMk/>
            <pc:sldMk cId="1152220475" sldId="257"/>
            <ac:spMk id="3" creationId="{937F5D29-6851-1B36-8F26-3CDB58B95AA8}"/>
          </ac:spMkLst>
        </pc:spChg>
        <pc:spChg chg="del">
          <ac:chgData name="Ina Fløysvik Pedersen" userId="bf96d5c3-b6d9-4e2d-a837-73c672c22f72" providerId="ADAL" clId="{7CA45309-F14F-4BA3-A50A-8E712A0F9337}" dt="2023-02-17T09:18:58.088" v="137"/>
          <ac:spMkLst>
            <pc:docMk/>
            <pc:sldMk cId="1152220475" sldId="257"/>
            <ac:spMk id="4" creationId="{41A40687-747C-F3BE-A539-500B60BE5F1C}"/>
          </ac:spMkLst>
        </pc:spChg>
        <pc:spChg chg="add del mod">
          <ac:chgData name="Ina Fløysvik Pedersen" userId="bf96d5c3-b6d9-4e2d-a837-73c672c22f72" providerId="ADAL" clId="{7CA45309-F14F-4BA3-A50A-8E712A0F9337}" dt="2023-02-17T13:05:41.485" v="934" actId="931"/>
          <ac:spMkLst>
            <pc:docMk/>
            <pc:sldMk cId="1152220475" sldId="257"/>
            <ac:spMk id="6" creationId="{259531E7-B43C-5AE0-CFA7-F73A09E2AFC8}"/>
          </ac:spMkLst>
        </pc:spChg>
        <pc:graphicFrameChg chg="add mod ord modGraphic">
          <ac:chgData name="Ina Fløysvik Pedersen" userId="bf96d5c3-b6d9-4e2d-a837-73c672c22f72" providerId="ADAL" clId="{7CA45309-F14F-4BA3-A50A-8E712A0F9337}" dt="2023-02-17T13:05:52.955" v="936" actId="14100"/>
          <ac:graphicFrameMkLst>
            <pc:docMk/>
            <pc:sldMk cId="1152220475" sldId="257"/>
            <ac:graphicFrameMk id="7" creationId="{0E4AA098-14BF-F7F9-45F3-3C11E5174CD4}"/>
          </ac:graphicFrameMkLst>
        </pc:graphicFrameChg>
        <pc:graphicFrameChg chg="add mod modGraphic">
          <ac:chgData name="Ina Fløysvik Pedersen" userId="bf96d5c3-b6d9-4e2d-a837-73c672c22f72" providerId="ADAL" clId="{7CA45309-F14F-4BA3-A50A-8E712A0F9337}" dt="2023-02-17T13:08:57.069" v="941" actId="1076"/>
          <ac:graphicFrameMkLst>
            <pc:docMk/>
            <pc:sldMk cId="1152220475" sldId="257"/>
            <ac:graphicFrameMk id="9" creationId="{F2D7A83F-07EB-D533-7231-4E8EB21FA2AB}"/>
          </ac:graphicFrameMkLst>
        </pc:graphicFrameChg>
        <pc:picChg chg="add del mod">
          <ac:chgData name="Ina Fløysvik Pedersen" userId="bf96d5c3-b6d9-4e2d-a837-73c672c22f72" providerId="ADAL" clId="{7CA45309-F14F-4BA3-A50A-8E712A0F9337}" dt="2023-02-17T12:54:23.277" v="887" actId="478"/>
          <ac:picMkLst>
            <pc:docMk/>
            <pc:sldMk cId="1152220475" sldId="257"/>
            <ac:picMk id="5" creationId="{2AD53B7F-488B-0A89-DE19-4CA0A4BFE486}"/>
          </ac:picMkLst>
        </pc:picChg>
        <pc:picChg chg="add del mod">
          <ac:chgData name="Ina Fløysvik Pedersen" userId="bf96d5c3-b6d9-4e2d-a837-73c672c22f72" providerId="ADAL" clId="{7CA45309-F14F-4BA3-A50A-8E712A0F9337}" dt="2023-02-17T09:18:54.403" v="136" actId="478"/>
          <ac:picMkLst>
            <pc:docMk/>
            <pc:sldMk cId="1152220475" sldId="257"/>
            <ac:picMk id="7" creationId="{67F4B310-C791-C775-E969-C373AFD420F7}"/>
          </ac:picMkLst>
        </pc:picChg>
        <pc:picChg chg="add del mod">
          <ac:chgData name="Ina Fløysvik Pedersen" userId="bf96d5c3-b6d9-4e2d-a837-73c672c22f72" providerId="ADAL" clId="{7CA45309-F14F-4BA3-A50A-8E712A0F9337}" dt="2023-02-17T12:54:21.574" v="886" actId="478"/>
          <ac:picMkLst>
            <pc:docMk/>
            <pc:sldMk cId="1152220475" sldId="257"/>
            <ac:picMk id="8" creationId="{5BF409F9-A340-865A-20F8-CFC955DD60AC}"/>
          </ac:picMkLst>
        </pc:picChg>
      </pc:sldChg>
      <pc:sldChg chg="modSp new mod">
        <pc:chgData name="Ina Fløysvik Pedersen" userId="bf96d5c3-b6d9-4e2d-a837-73c672c22f72" providerId="ADAL" clId="{7CA45309-F14F-4BA3-A50A-8E712A0F9337}" dt="2023-02-17T13:05:06.162" v="933" actId="14100"/>
        <pc:sldMkLst>
          <pc:docMk/>
          <pc:sldMk cId="3894638933" sldId="258"/>
        </pc:sldMkLst>
        <pc:spChg chg="mod">
          <ac:chgData name="Ina Fløysvik Pedersen" userId="bf96d5c3-b6d9-4e2d-a837-73c672c22f72" providerId="ADAL" clId="{7CA45309-F14F-4BA3-A50A-8E712A0F9337}" dt="2023-02-17T09:11:42.220" v="27"/>
          <ac:spMkLst>
            <pc:docMk/>
            <pc:sldMk cId="3894638933" sldId="258"/>
            <ac:spMk id="2" creationId="{EDF9438C-97FD-ABC1-4F6C-84FC0B0725B0}"/>
          </ac:spMkLst>
        </pc:spChg>
        <pc:spChg chg="mod">
          <ac:chgData name="Ina Fløysvik Pedersen" userId="bf96d5c3-b6d9-4e2d-a837-73c672c22f72" providerId="ADAL" clId="{7CA45309-F14F-4BA3-A50A-8E712A0F9337}" dt="2023-02-17T13:05:06.162" v="933" actId="14100"/>
          <ac:spMkLst>
            <pc:docMk/>
            <pc:sldMk cId="3894638933" sldId="258"/>
            <ac:spMk id="3" creationId="{20DDED78-EA82-AEB6-4FF2-A49D873BF89E}"/>
          </ac:spMkLst>
        </pc:spChg>
      </pc:sldChg>
      <pc:sldChg chg="addSp delSp modSp new mod">
        <pc:chgData name="Ina Fløysvik Pedersen" userId="bf96d5c3-b6d9-4e2d-a837-73c672c22f72" providerId="ADAL" clId="{7CA45309-F14F-4BA3-A50A-8E712A0F9337}" dt="2023-02-17T13:19:19.859" v="958" actId="14100"/>
        <pc:sldMkLst>
          <pc:docMk/>
          <pc:sldMk cId="1159376172" sldId="259"/>
        </pc:sldMkLst>
        <pc:spChg chg="mod">
          <ac:chgData name="Ina Fløysvik Pedersen" userId="bf96d5c3-b6d9-4e2d-a837-73c672c22f72" providerId="ADAL" clId="{7CA45309-F14F-4BA3-A50A-8E712A0F9337}" dt="2023-02-17T12:54:49.111" v="889" actId="20577"/>
          <ac:spMkLst>
            <pc:docMk/>
            <pc:sldMk cId="1159376172" sldId="259"/>
            <ac:spMk id="2" creationId="{62B31744-38A1-EDD2-89CB-09501A3F9586}"/>
          </ac:spMkLst>
        </pc:spChg>
        <pc:spChg chg="mod">
          <ac:chgData name="Ina Fløysvik Pedersen" userId="bf96d5c3-b6d9-4e2d-a837-73c672c22f72" providerId="ADAL" clId="{7CA45309-F14F-4BA3-A50A-8E712A0F9337}" dt="2023-02-17T09:21:57.399" v="280" actId="20577"/>
          <ac:spMkLst>
            <pc:docMk/>
            <pc:sldMk cId="1159376172" sldId="259"/>
            <ac:spMk id="3" creationId="{C6F387E5-4B28-984F-2185-97E69B3D5481}"/>
          </ac:spMkLst>
        </pc:spChg>
        <pc:spChg chg="del mod">
          <ac:chgData name="Ina Fløysvik Pedersen" userId="bf96d5c3-b6d9-4e2d-a837-73c672c22f72" providerId="ADAL" clId="{7CA45309-F14F-4BA3-A50A-8E712A0F9337}" dt="2023-02-17T13:18:27.742" v="942" actId="931"/>
          <ac:spMkLst>
            <pc:docMk/>
            <pc:sldMk cId="1159376172" sldId="259"/>
            <ac:spMk id="4" creationId="{933AD356-30DC-8070-5A4D-212CA7196E19}"/>
          </ac:spMkLst>
        </pc:spChg>
        <pc:picChg chg="add mod">
          <ac:chgData name="Ina Fløysvik Pedersen" userId="bf96d5c3-b6d9-4e2d-a837-73c672c22f72" providerId="ADAL" clId="{7CA45309-F14F-4BA3-A50A-8E712A0F9337}" dt="2023-02-17T13:19:13.446" v="956" actId="1076"/>
          <ac:picMkLst>
            <pc:docMk/>
            <pc:sldMk cId="1159376172" sldId="259"/>
            <ac:picMk id="6" creationId="{53E409A5-5F3C-7004-BC96-92D891ECF81C}"/>
          </ac:picMkLst>
        </pc:picChg>
        <pc:picChg chg="add mod">
          <ac:chgData name="Ina Fløysvik Pedersen" userId="bf96d5c3-b6d9-4e2d-a837-73c672c22f72" providerId="ADAL" clId="{7CA45309-F14F-4BA3-A50A-8E712A0F9337}" dt="2023-02-17T13:19:19.859" v="958" actId="14100"/>
          <ac:picMkLst>
            <pc:docMk/>
            <pc:sldMk cId="1159376172" sldId="259"/>
            <ac:picMk id="8" creationId="{79FC4820-5819-2A75-E610-77452118A401}"/>
          </ac:picMkLst>
        </pc:picChg>
      </pc:sldChg>
      <pc:sldChg chg="modSp new mod">
        <pc:chgData name="Ina Fløysvik Pedersen" userId="bf96d5c3-b6d9-4e2d-a837-73c672c22f72" providerId="ADAL" clId="{7CA45309-F14F-4BA3-A50A-8E712A0F9337}" dt="2023-02-17T13:23:30.792" v="965" actId="12"/>
        <pc:sldMkLst>
          <pc:docMk/>
          <pc:sldMk cId="336691127" sldId="260"/>
        </pc:sldMkLst>
        <pc:spChg chg="mod">
          <ac:chgData name="Ina Fløysvik Pedersen" userId="bf96d5c3-b6d9-4e2d-a837-73c672c22f72" providerId="ADAL" clId="{7CA45309-F14F-4BA3-A50A-8E712A0F9337}" dt="2023-02-17T09:24:23.791" v="426" actId="20577"/>
          <ac:spMkLst>
            <pc:docMk/>
            <pc:sldMk cId="336691127" sldId="260"/>
            <ac:spMk id="2" creationId="{2C4C66A2-99B0-8679-E1EF-66B7956417F7}"/>
          </ac:spMkLst>
        </pc:spChg>
        <pc:spChg chg="mod">
          <ac:chgData name="Ina Fløysvik Pedersen" userId="bf96d5c3-b6d9-4e2d-a837-73c672c22f72" providerId="ADAL" clId="{7CA45309-F14F-4BA3-A50A-8E712A0F9337}" dt="2023-02-17T13:23:30.792" v="965" actId="12"/>
          <ac:spMkLst>
            <pc:docMk/>
            <pc:sldMk cId="336691127" sldId="260"/>
            <ac:spMk id="3" creationId="{537D661E-D45F-D64E-5BBB-517A4F783707}"/>
          </ac:spMkLst>
        </pc:spChg>
      </pc:sldChg>
      <pc:sldChg chg="addSp delSp modSp new mod ord">
        <pc:chgData name="Ina Fløysvik Pedersen" userId="bf96d5c3-b6d9-4e2d-a837-73c672c22f72" providerId="ADAL" clId="{7CA45309-F14F-4BA3-A50A-8E712A0F9337}" dt="2023-02-17T13:04:30.453" v="929" actId="339"/>
        <pc:sldMkLst>
          <pc:docMk/>
          <pc:sldMk cId="2280515075" sldId="261"/>
        </pc:sldMkLst>
        <pc:spChg chg="mod">
          <ac:chgData name="Ina Fløysvik Pedersen" userId="bf96d5c3-b6d9-4e2d-a837-73c672c22f72" providerId="ADAL" clId="{7CA45309-F14F-4BA3-A50A-8E712A0F9337}" dt="2023-02-17T09:25:33.155" v="492" actId="20577"/>
          <ac:spMkLst>
            <pc:docMk/>
            <pc:sldMk cId="2280515075" sldId="261"/>
            <ac:spMk id="2" creationId="{0E630EFE-8549-0ADB-ADCA-162CC847979E}"/>
          </ac:spMkLst>
        </pc:spChg>
        <pc:spChg chg="mod">
          <ac:chgData name="Ina Fløysvik Pedersen" userId="bf96d5c3-b6d9-4e2d-a837-73c672c22f72" providerId="ADAL" clId="{7CA45309-F14F-4BA3-A50A-8E712A0F9337}" dt="2023-02-17T12:55:39.989" v="896" actId="20577"/>
          <ac:spMkLst>
            <pc:docMk/>
            <pc:sldMk cId="2280515075" sldId="261"/>
            <ac:spMk id="3" creationId="{1FEF6719-3FD2-CD00-0104-0817D5487B10}"/>
          </ac:spMkLst>
        </pc:spChg>
        <pc:spChg chg="del">
          <ac:chgData name="Ina Fløysvik Pedersen" userId="bf96d5c3-b6d9-4e2d-a837-73c672c22f72" providerId="ADAL" clId="{7CA45309-F14F-4BA3-A50A-8E712A0F9337}" dt="2023-02-17T11:21:42.707" v="531"/>
          <ac:spMkLst>
            <pc:docMk/>
            <pc:sldMk cId="2280515075" sldId="261"/>
            <ac:spMk id="4" creationId="{20A65C5F-C645-DDC3-B721-FFDF14616A75}"/>
          </ac:spMkLst>
        </pc:spChg>
        <pc:spChg chg="add del mod">
          <ac:chgData name="Ina Fløysvik Pedersen" userId="bf96d5c3-b6d9-4e2d-a837-73c672c22f72" providerId="ADAL" clId="{7CA45309-F14F-4BA3-A50A-8E712A0F9337}" dt="2023-02-17T13:04:22.082" v="928" actId="931"/>
          <ac:spMkLst>
            <pc:docMk/>
            <pc:sldMk cId="2280515075" sldId="261"/>
            <ac:spMk id="7" creationId="{DA5FD8AE-DF8D-C5E7-C0A0-A7B3C0F88EBB}"/>
          </ac:spMkLst>
        </pc:spChg>
        <pc:graphicFrameChg chg="add mod ord modGraphic">
          <ac:chgData name="Ina Fløysvik Pedersen" userId="bf96d5c3-b6d9-4e2d-a837-73c672c22f72" providerId="ADAL" clId="{7CA45309-F14F-4BA3-A50A-8E712A0F9337}" dt="2023-02-17T13:04:30.453" v="929" actId="339"/>
          <ac:graphicFrameMkLst>
            <pc:docMk/>
            <pc:sldMk cId="2280515075" sldId="261"/>
            <ac:graphicFrameMk id="8" creationId="{6F8C264F-1E02-6986-FF32-7B7838E1A9B8}"/>
          </ac:graphicFrameMkLst>
        </pc:graphicFrameChg>
        <pc:picChg chg="add del mod">
          <ac:chgData name="Ina Fløysvik Pedersen" userId="bf96d5c3-b6d9-4e2d-a837-73c672c22f72" providerId="ADAL" clId="{7CA45309-F14F-4BA3-A50A-8E712A0F9337}" dt="2023-02-17T12:55:42.407" v="898" actId="478"/>
          <ac:picMkLst>
            <pc:docMk/>
            <pc:sldMk cId="2280515075" sldId="261"/>
            <ac:picMk id="5" creationId="{95F9370D-A2BA-EF4E-6D07-274B017CB810}"/>
          </ac:picMkLst>
        </pc:picChg>
        <pc:picChg chg="add del mod">
          <ac:chgData name="Ina Fløysvik Pedersen" userId="bf96d5c3-b6d9-4e2d-a837-73c672c22f72" providerId="ADAL" clId="{7CA45309-F14F-4BA3-A50A-8E712A0F9337}" dt="2023-02-17T12:55:41.493" v="897" actId="478"/>
          <ac:picMkLst>
            <pc:docMk/>
            <pc:sldMk cId="2280515075" sldId="261"/>
            <ac:picMk id="6" creationId="{EA011B5A-148C-2FB1-FD43-B9A2D6A6BA34}"/>
          </ac:picMkLst>
        </pc:picChg>
      </pc:sldChg>
      <pc:sldChg chg="addSp delSp modSp add mod ord">
        <pc:chgData name="Ina Fløysvik Pedersen" userId="bf96d5c3-b6d9-4e2d-a837-73c672c22f72" providerId="ADAL" clId="{7CA45309-F14F-4BA3-A50A-8E712A0F9337}" dt="2023-02-17T13:20:09.007" v="961"/>
        <pc:sldMkLst>
          <pc:docMk/>
          <pc:sldMk cId="782354366" sldId="262"/>
        </pc:sldMkLst>
        <pc:spChg chg="mod">
          <ac:chgData name="Ina Fløysvik Pedersen" userId="bf96d5c3-b6d9-4e2d-a837-73c672c22f72" providerId="ADAL" clId="{7CA45309-F14F-4BA3-A50A-8E712A0F9337}" dt="2023-02-17T12:56:40.452" v="916" actId="20577"/>
          <ac:spMkLst>
            <pc:docMk/>
            <pc:sldMk cId="782354366" sldId="262"/>
            <ac:spMk id="2" creationId="{62B31744-38A1-EDD2-89CB-09501A3F9586}"/>
          </ac:spMkLst>
        </pc:spChg>
        <pc:spChg chg="del mod">
          <ac:chgData name="Ina Fløysvik Pedersen" userId="bf96d5c3-b6d9-4e2d-a837-73c672c22f72" providerId="ADAL" clId="{7CA45309-F14F-4BA3-A50A-8E712A0F9337}" dt="2023-02-17T13:20:09.007" v="961"/>
          <ac:spMkLst>
            <pc:docMk/>
            <pc:sldMk cId="782354366" sldId="262"/>
            <ac:spMk id="3" creationId="{C6F387E5-4B28-984F-2185-97E69B3D5481}"/>
          </ac:spMkLst>
        </pc:spChg>
        <pc:spChg chg="mod">
          <ac:chgData name="Ina Fløysvik Pedersen" userId="bf96d5c3-b6d9-4e2d-a837-73c672c22f72" providerId="ADAL" clId="{7CA45309-F14F-4BA3-A50A-8E712A0F9337}" dt="2023-02-17T12:05:18.292" v="835" actId="20577"/>
          <ac:spMkLst>
            <pc:docMk/>
            <pc:sldMk cId="782354366" sldId="262"/>
            <ac:spMk id="4" creationId="{933AD356-30DC-8070-5A4D-212CA7196E19}"/>
          </ac:spMkLst>
        </pc:spChg>
        <pc:graphicFrameChg chg="add mod">
          <ac:chgData name="Ina Fløysvik Pedersen" userId="bf96d5c3-b6d9-4e2d-a837-73c672c22f72" providerId="ADAL" clId="{7CA45309-F14F-4BA3-A50A-8E712A0F9337}" dt="2023-02-17T13:20:09.007" v="961"/>
          <ac:graphicFrameMkLst>
            <pc:docMk/>
            <pc:sldMk cId="782354366" sldId="262"/>
            <ac:graphicFrameMk id="5" creationId="{9073B057-5B4F-6D26-6123-4D64AE401BCE}"/>
          </ac:graphicFrameMkLst>
        </pc:graphicFrameChg>
      </pc:sldChg>
      <pc:sldChg chg="add del">
        <pc:chgData name="Ina Fløysvik Pedersen" userId="bf96d5c3-b6d9-4e2d-a837-73c672c22f72" providerId="ADAL" clId="{7CA45309-F14F-4BA3-A50A-8E712A0F9337}" dt="2023-02-17T09:25:59.036" v="494" actId="2696"/>
        <pc:sldMkLst>
          <pc:docMk/>
          <pc:sldMk cId="4224648867" sldId="262"/>
        </pc:sldMkLst>
      </pc:sldChg>
      <pc:sldChg chg="modSp add mod ord">
        <pc:chgData name="Ina Fløysvik Pedersen" userId="bf96d5c3-b6d9-4e2d-a837-73c672c22f72" providerId="ADAL" clId="{7CA45309-F14F-4BA3-A50A-8E712A0F9337}" dt="2023-02-17T13:23:51.111" v="967" actId="12"/>
        <pc:sldMkLst>
          <pc:docMk/>
          <pc:sldMk cId="2682093846" sldId="263"/>
        </pc:sldMkLst>
        <pc:spChg chg="mod">
          <ac:chgData name="Ina Fløysvik Pedersen" userId="bf96d5c3-b6d9-4e2d-a837-73c672c22f72" providerId="ADAL" clId="{7CA45309-F14F-4BA3-A50A-8E712A0F9337}" dt="2023-02-17T09:27:02.246" v="518" actId="20577"/>
          <ac:spMkLst>
            <pc:docMk/>
            <pc:sldMk cId="2682093846" sldId="263"/>
            <ac:spMk id="2" creationId="{2C4C66A2-99B0-8679-E1EF-66B7956417F7}"/>
          </ac:spMkLst>
        </pc:spChg>
        <pc:spChg chg="mod">
          <ac:chgData name="Ina Fløysvik Pedersen" userId="bf96d5c3-b6d9-4e2d-a837-73c672c22f72" providerId="ADAL" clId="{7CA45309-F14F-4BA3-A50A-8E712A0F9337}" dt="2023-02-17T13:23:51.111" v="967" actId="12"/>
          <ac:spMkLst>
            <pc:docMk/>
            <pc:sldMk cId="2682093846" sldId="263"/>
            <ac:spMk id="3" creationId="{537D661E-D45F-D64E-5BBB-517A4F783707}"/>
          </ac:spMkLst>
        </pc:spChg>
      </pc:sldChg>
      <pc:sldChg chg="modSp new mod">
        <pc:chgData name="Ina Fløysvik Pedersen" userId="bf96d5c3-b6d9-4e2d-a837-73c672c22f72" providerId="ADAL" clId="{7CA45309-F14F-4BA3-A50A-8E712A0F9337}" dt="2023-02-22T09:56:09.932" v="1095" actId="20577"/>
        <pc:sldMkLst>
          <pc:docMk/>
          <pc:sldMk cId="2377839380" sldId="264"/>
        </pc:sldMkLst>
        <pc:spChg chg="mod">
          <ac:chgData name="Ina Fløysvik Pedersen" userId="bf96d5c3-b6d9-4e2d-a837-73c672c22f72" providerId="ADAL" clId="{7CA45309-F14F-4BA3-A50A-8E712A0F9337}" dt="2023-02-17T12:57:05.708" v="927" actId="20577"/>
          <ac:spMkLst>
            <pc:docMk/>
            <pc:sldMk cId="2377839380" sldId="264"/>
            <ac:spMk id="2" creationId="{03A94FC3-6345-60AC-2739-1A6B6AB9C249}"/>
          </ac:spMkLst>
        </pc:spChg>
        <pc:spChg chg="mod">
          <ac:chgData name="Ina Fløysvik Pedersen" userId="bf96d5c3-b6d9-4e2d-a837-73c672c22f72" providerId="ADAL" clId="{7CA45309-F14F-4BA3-A50A-8E712A0F9337}" dt="2023-02-22T09:56:09.932" v="1095" actId="20577"/>
          <ac:spMkLst>
            <pc:docMk/>
            <pc:sldMk cId="2377839380" sldId="264"/>
            <ac:spMk id="3" creationId="{B59E75A8-5713-BAB8-79E3-95B96B8CE45D}"/>
          </ac:spMkLst>
        </pc:spChg>
      </pc:sldChg>
      <pc:sldChg chg="modSp add mod">
        <pc:chgData name="Ina Fløysvik Pedersen" userId="bf96d5c3-b6d9-4e2d-a837-73c672c22f72" providerId="ADAL" clId="{7CA45309-F14F-4BA3-A50A-8E712A0F9337}" dt="2023-02-17T12:54:09.851" v="885" actId="20577"/>
        <pc:sldMkLst>
          <pc:docMk/>
          <pc:sldMk cId="344487975" sldId="265"/>
        </pc:sldMkLst>
        <pc:spChg chg="mod">
          <ac:chgData name="Ina Fløysvik Pedersen" userId="bf96d5c3-b6d9-4e2d-a837-73c672c22f72" providerId="ADAL" clId="{7CA45309-F14F-4BA3-A50A-8E712A0F9337}" dt="2023-02-17T12:54:06.099" v="884" actId="20577"/>
          <ac:spMkLst>
            <pc:docMk/>
            <pc:sldMk cId="344487975" sldId="265"/>
            <ac:spMk id="2" creationId="{355572C6-EC8C-1A47-7413-6FDE336BCB36}"/>
          </ac:spMkLst>
        </pc:spChg>
        <pc:spChg chg="mod">
          <ac:chgData name="Ina Fløysvik Pedersen" userId="bf96d5c3-b6d9-4e2d-a837-73c672c22f72" providerId="ADAL" clId="{7CA45309-F14F-4BA3-A50A-8E712A0F9337}" dt="2023-02-17T12:54:09.851" v="885" actId="20577"/>
          <ac:spMkLst>
            <pc:docMk/>
            <pc:sldMk cId="344487975" sldId="265"/>
            <ac:spMk id="3" creationId="{937F5D29-6851-1B36-8F26-3CDB58B95AA8}"/>
          </ac:spMkLst>
        </pc:spChg>
      </pc:sldChg>
      <pc:sldChg chg="addSp delSp modSp add mod">
        <pc:chgData name="Ina Fløysvik Pedersen" userId="bf96d5c3-b6d9-4e2d-a837-73c672c22f72" providerId="ADAL" clId="{7CA45309-F14F-4BA3-A50A-8E712A0F9337}" dt="2023-02-17T13:19:56.058" v="960" actId="339"/>
        <pc:sldMkLst>
          <pc:docMk/>
          <pc:sldMk cId="991303836" sldId="266"/>
        </pc:sldMkLst>
        <pc:spChg chg="mod">
          <ac:chgData name="Ina Fløysvik Pedersen" userId="bf96d5c3-b6d9-4e2d-a837-73c672c22f72" providerId="ADAL" clId="{7CA45309-F14F-4BA3-A50A-8E712A0F9337}" dt="2023-02-17T12:55:03.889" v="894" actId="20577"/>
          <ac:spMkLst>
            <pc:docMk/>
            <pc:sldMk cId="991303836" sldId="266"/>
            <ac:spMk id="2" creationId="{62B31744-38A1-EDD2-89CB-09501A3F9586}"/>
          </ac:spMkLst>
        </pc:spChg>
        <pc:spChg chg="del mod">
          <ac:chgData name="Ina Fløysvik Pedersen" userId="bf96d5c3-b6d9-4e2d-a837-73c672c22f72" providerId="ADAL" clId="{7CA45309-F14F-4BA3-A50A-8E712A0F9337}" dt="2023-02-17T13:19:51.954" v="959" actId="931"/>
          <ac:spMkLst>
            <pc:docMk/>
            <pc:sldMk cId="991303836" sldId="266"/>
            <ac:spMk id="3" creationId="{C6F387E5-4B28-984F-2185-97E69B3D5481}"/>
          </ac:spMkLst>
        </pc:spChg>
        <pc:graphicFrameChg chg="add mod ord modGraphic">
          <ac:chgData name="Ina Fløysvik Pedersen" userId="bf96d5c3-b6d9-4e2d-a837-73c672c22f72" providerId="ADAL" clId="{7CA45309-F14F-4BA3-A50A-8E712A0F9337}" dt="2023-02-17T13:19:56.058" v="960" actId="339"/>
          <ac:graphicFrameMkLst>
            <pc:docMk/>
            <pc:sldMk cId="991303836" sldId="266"/>
            <ac:graphicFrameMk id="5" creationId="{8B3BAE1B-631A-9451-C973-0252787ECF73}"/>
          </ac:graphicFrameMkLst>
        </pc:graphicFrameChg>
      </pc:sldChg>
      <pc:sldChg chg="modSp add mod">
        <pc:chgData name="Ina Fløysvik Pedersen" userId="bf96d5c3-b6d9-4e2d-a837-73c672c22f72" providerId="ADAL" clId="{7CA45309-F14F-4BA3-A50A-8E712A0F9337}" dt="2023-02-17T12:55:54.550" v="909" actId="20577"/>
        <pc:sldMkLst>
          <pc:docMk/>
          <pc:sldMk cId="3596538320" sldId="267"/>
        </pc:sldMkLst>
        <pc:spChg chg="mod">
          <ac:chgData name="Ina Fløysvik Pedersen" userId="bf96d5c3-b6d9-4e2d-a837-73c672c22f72" providerId="ADAL" clId="{7CA45309-F14F-4BA3-A50A-8E712A0F9337}" dt="2023-02-17T12:55:54.550" v="909" actId="20577"/>
          <ac:spMkLst>
            <pc:docMk/>
            <pc:sldMk cId="3596538320" sldId="267"/>
            <ac:spMk id="2" creationId="{0E630EFE-8549-0ADB-ADCA-162CC847979E}"/>
          </ac:spMkLst>
        </pc:spChg>
        <pc:spChg chg="mod">
          <ac:chgData name="Ina Fløysvik Pedersen" userId="bf96d5c3-b6d9-4e2d-a837-73c672c22f72" providerId="ADAL" clId="{7CA45309-F14F-4BA3-A50A-8E712A0F9337}" dt="2023-02-17T12:55:49.746" v="899" actId="20577"/>
          <ac:spMkLst>
            <pc:docMk/>
            <pc:sldMk cId="3596538320" sldId="267"/>
            <ac:spMk id="3" creationId="{1FEF6719-3FD2-CD00-0104-0817D5487B10}"/>
          </ac:spMkLst>
        </pc:spChg>
      </pc:sldChg>
      <pc:sldChg chg="addSp delSp modSp add mod ord">
        <pc:chgData name="Ina Fløysvik Pedersen" userId="bf96d5c3-b6d9-4e2d-a837-73c672c22f72" providerId="ADAL" clId="{7CA45309-F14F-4BA3-A50A-8E712A0F9337}" dt="2023-02-17T13:25:46.159" v="976" actId="1076"/>
        <pc:sldMkLst>
          <pc:docMk/>
          <pc:sldMk cId="220379440" sldId="268"/>
        </pc:sldMkLst>
        <pc:spChg chg="mod">
          <ac:chgData name="Ina Fløysvik Pedersen" userId="bf96d5c3-b6d9-4e2d-a837-73c672c22f72" providerId="ADAL" clId="{7CA45309-F14F-4BA3-A50A-8E712A0F9337}" dt="2023-02-17T12:56:16.294" v="911" actId="20577"/>
          <ac:spMkLst>
            <pc:docMk/>
            <pc:sldMk cId="220379440" sldId="268"/>
            <ac:spMk id="2" creationId="{62B31744-38A1-EDD2-89CB-09501A3F9586}"/>
          </ac:spMkLst>
        </pc:spChg>
        <pc:spChg chg="del mod">
          <ac:chgData name="Ina Fløysvik Pedersen" userId="bf96d5c3-b6d9-4e2d-a837-73c672c22f72" providerId="ADAL" clId="{7CA45309-F14F-4BA3-A50A-8E712A0F9337}" dt="2023-02-17T13:25:17.115" v="968" actId="931"/>
          <ac:spMkLst>
            <pc:docMk/>
            <pc:sldMk cId="220379440" sldId="268"/>
            <ac:spMk id="4" creationId="{933AD356-30DC-8070-5A4D-212CA7196E19}"/>
          </ac:spMkLst>
        </pc:spChg>
        <pc:graphicFrameChg chg="add mod ord modGraphic">
          <ac:chgData name="Ina Fløysvik Pedersen" userId="bf96d5c3-b6d9-4e2d-a837-73c672c22f72" providerId="ADAL" clId="{7CA45309-F14F-4BA3-A50A-8E712A0F9337}" dt="2023-02-17T13:25:20.517" v="969" actId="1076"/>
          <ac:graphicFrameMkLst>
            <pc:docMk/>
            <pc:sldMk cId="220379440" sldId="268"/>
            <ac:graphicFrameMk id="5" creationId="{F8D3516D-4AB7-1DC6-6C14-CAEBF482ADBB}"/>
          </ac:graphicFrameMkLst>
        </pc:graphicFrameChg>
        <pc:graphicFrameChg chg="add mod modGraphic">
          <ac:chgData name="Ina Fløysvik Pedersen" userId="bf96d5c3-b6d9-4e2d-a837-73c672c22f72" providerId="ADAL" clId="{7CA45309-F14F-4BA3-A50A-8E712A0F9337}" dt="2023-02-17T13:25:43.125" v="975" actId="1076"/>
          <ac:graphicFrameMkLst>
            <pc:docMk/>
            <pc:sldMk cId="220379440" sldId="268"/>
            <ac:graphicFrameMk id="6" creationId="{9831D60F-62CD-183F-4B55-6844CE8E48F8}"/>
          </ac:graphicFrameMkLst>
        </pc:graphicFrameChg>
        <pc:graphicFrameChg chg="add mod modGraphic">
          <ac:chgData name="Ina Fløysvik Pedersen" userId="bf96d5c3-b6d9-4e2d-a837-73c672c22f72" providerId="ADAL" clId="{7CA45309-F14F-4BA3-A50A-8E712A0F9337}" dt="2023-02-17T13:25:46.159" v="976" actId="1076"/>
          <ac:graphicFrameMkLst>
            <pc:docMk/>
            <pc:sldMk cId="220379440" sldId="268"/>
            <ac:graphicFrameMk id="7" creationId="{46399D53-D46F-F8A8-B7A6-1DE86AC90999}"/>
          </ac:graphicFrameMkLst>
        </pc:graphicFrameChg>
      </pc:sldChg>
    </pc:docChg>
  </pc:docChgLst>
  <pc:docChgLst>
    <pc:chgData name="Ina Fløysvik Pedersen" userId="bf96d5c3-b6d9-4e2d-a837-73c672c22f72" providerId="ADAL" clId="{F27BDBB1-9183-427A-B5CC-311C1F96F16B}"/>
    <pc:docChg chg="custSel addSld modSld">
      <pc:chgData name="Ina Fløysvik Pedersen" userId="bf96d5c3-b6d9-4e2d-a837-73c672c22f72" providerId="ADAL" clId="{F27BDBB1-9183-427A-B5CC-311C1F96F16B}" dt="2023-03-17T11:55:38.137" v="880" actId="20577"/>
      <pc:docMkLst>
        <pc:docMk/>
      </pc:docMkLst>
      <pc:sldChg chg="modSp mod modNotesTx">
        <pc:chgData name="Ina Fløysvik Pedersen" userId="bf96d5c3-b6d9-4e2d-a837-73c672c22f72" providerId="ADAL" clId="{F27BDBB1-9183-427A-B5CC-311C1F96F16B}" dt="2023-03-17T11:55:38.137" v="880" actId="20577"/>
        <pc:sldMkLst>
          <pc:docMk/>
          <pc:sldMk cId="2492026153" sldId="256"/>
        </pc:sldMkLst>
        <pc:spChg chg="mod">
          <ac:chgData name="Ina Fløysvik Pedersen" userId="bf96d5c3-b6d9-4e2d-a837-73c672c22f72" providerId="ADAL" clId="{F27BDBB1-9183-427A-B5CC-311C1F96F16B}" dt="2023-03-17T06:26:45.781" v="30" actId="20577"/>
          <ac:spMkLst>
            <pc:docMk/>
            <pc:sldMk cId="2492026153" sldId="256"/>
            <ac:spMk id="2" creationId="{4234CD4F-9C4E-4904-9E86-E98CE0D2849F}"/>
          </ac:spMkLst>
        </pc:spChg>
      </pc:sldChg>
      <pc:sldChg chg="addSp delSp modSp mod modNotesTx">
        <pc:chgData name="Ina Fløysvik Pedersen" userId="bf96d5c3-b6d9-4e2d-a837-73c672c22f72" providerId="ADAL" clId="{F27BDBB1-9183-427A-B5CC-311C1F96F16B}" dt="2023-03-17T10:57:59.305" v="767" actId="20577"/>
        <pc:sldMkLst>
          <pc:docMk/>
          <pc:sldMk cId="1152220475" sldId="257"/>
        </pc:sldMkLst>
        <pc:spChg chg="mod">
          <ac:chgData name="Ina Fløysvik Pedersen" userId="bf96d5c3-b6d9-4e2d-a837-73c672c22f72" providerId="ADAL" clId="{F27BDBB1-9183-427A-B5CC-311C1F96F16B}" dt="2023-03-17T06:27:38.421" v="75" actId="20577"/>
          <ac:spMkLst>
            <pc:docMk/>
            <pc:sldMk cId="1152220475" sldId="257"/>
            <ac:spMk id="2" creationId="{355572C6-EC8C-1A47-7413-6FDE336BCB36}"/>
          </ac:spMkLst>
        </pc:spChg>
        <pc:spChg chg="mod">
          <ac:chgData name="Ina Fløysvik Pedersen" userId="bf96d5c3-b6d9-4e2d-a837-73c672c22f72" providerId="ADAL" clId="{F27BDBB1-9183-427A-B5CC-311C1F96F16B}" dt="2023-03-17T10:57:59.305" v="767" actId="20577"/>
          <ac:spMkLst>
            <pc:docMk/>
            <pc:sldMk cId="1152220475" sldId="257"/>
            <ac:spMk id="3" creationId="{937F5D29-6851-1B36-8F26-3CDB58B95AA8}"/>
          </ac:spMkLst>
        </pc:spChg>
        <pc:spChg chg="add del mod">
          <ac:chgData name="Ina Fløysvik Pedersen" userId="bf96d5c3-b6d9-4e2d-a837-73c672c22f72" providerId="ADAL" clId="{F27BDBB1-9183-427A-B5CC-311C1F96F16B}" dt="2023-03-17T06:31:25.916" v="126" actId="931"/>
          <ac:spMkLst>
            <pc:docMk/>
            <pc:sldMk cId="1152220475" sldId="257"/>
            <ac:spMk id="5" creationId="{58ACE05D-B7CE-BB2D-566C-5BBE82D10FBC}"/>
          </ac:spMkLst>
        </pc:spChg>
        <pc:graphicFrameChg chg="add mod ord modGraphic">
          <ac:chgData name="Ina Fløysvik Pedersen" userId="bf96d5c3-b6d9-4e2d-a837-73c672c22f72" providerId="ADAL" clId="{F27BDBB1-9183-427A-B5CC-311C1F96F16B}" dt="2023-03-17T06:31:50.351" v="130" actId="1076"/>
          <ac:graphicFrameMkLst>
            <pc:docMk/>
            <pc:sldMk cId="1152220475" sldId="257"/>
            <ac:graphicFrameMk id="6" creationId="{4BD4404D-6E46-4BC5-DF67-6C6C187EE06C}"/>
          </ac:graphicFrameMkLst>
        </pc:graphicFrameChg>
        <pc:graphicFrameChg chg="del">
          <ac:chgData name="Ina Fløysvik Pedersen" userId="bf96d5c3-b6d9-4e2d-a837-73c672c22f72" providerId="ADAL" clId="{F27BDBB1-9183-427A-B5CC-311C1F96F16B}" dt="2023-03-17T06:27:43.298" v="77" actId="478"/>
          <ac:graphicFrameMkLst>
            <pc:docMk/>
            <pc:sldMk cId="1152220475" sldId="257"/>
            <ac:graphicFrameMk id="7" creationId="{0E4AA098-14BF-F7F9-45F3-3C11E5174CD4}"/>
          </ac:graphicFrameMkLst>
        </pc:graphicFrameChg>
        <pc:graphicFrameChg chg="del">
          <ac:chgData name="Ina Fløysvik Pedersen" userId="bf96d5c3-b6d9-4e2d-a837-73c672c22f72" providerId="ADAL" clId="{F27BDBB1-9183-427A-B5CC-311C1F96F16B}" dt="2023-03-17T06:27:42.320" v="76" actId="478"/>
          <ac:graphicFrameMkLst>
            <pc:docMk/>
            <pc:sldMk cId="1152220475" sldId="257"/>
            <ac:graphicFrameMk id="9" creationId="{F2D7A83F-07EB-D533-7231-4E8EB21FA2AB}"/>
          </ac:graphicFrameMkLst>
        </pc:graphicFrameChg>
      </pc:sldChg>
      <pc:sldChg chg="modSp mod modNotesTx">
        <pc:chgData name="Ina Fløysvik Pedersen" userId="bf96d5c3-b6d9-4e2d-a837-73c672c22f72" providerId="ADAL" clId="{F27BDBB1-9183-427A-B5CC-311C1F96F16B}" dt="2023-03-17T10:54:52.374" v="733" actId="207"/>
        <pc:sldMkLst>
          <pc:docMk/>
          <pc:sldMk cId="3894638933" sldId="258"/>
        </pc:sldMkLst>
        <pc:spChg chg="mod">
          <ac:chgData name="Ina Fløysvik Pedersen" userId="bf96d5c3-b6d9-4e2d-a837-73c672c22f72" providerId="ADAL" clId="{F27BDBB1-9183-427A-B5CC-311C1F96F16B}" dt="2023-03-17T10:54:52.374" v="733" actId="207"/>
          <ac:spMkLst>
            <pc:docMk/>
            <pc:sldMk cId="3894638933" sldId="258"/>
            <ac:spMk id="3" creationId="{20DDED78-EA82-AEB6-4FF2-A49D873BF89E}"/>
          </ac:spMkLst>
        </pc:spChg>
      </pc:sldChg>
      <pc:sldChg chg="addSp delSp modSp mod setBg modNotesTx">
        <pc:chgData name="Ina Fløysvik Pedersen" userId="bf96d5c3-b6d9-4e2d-a837-73c672c22f72" providerId="ADAL" clId="{F27BDBB1-9183-427A-B5CC-311C1F96F16B}" dt="2023-03-17T08:44:17.225" v="652"/>
        <pc:sldMkLst>
          <pc:docMk/>
          <pc:sldMk cId="1159376172" sldId="259"/>
        </pc:sldMkLst>
        <pc:spChg chg="mod">
          <ac:chgData name="Ina Fløysvik Pedersen" userId="bf96d5c3-b6d9-4e2d-a837-73c672c22f72" providerId="ADAL" clId="{F27BDBB1-9183-427A-B5CC-311C1F96F16B}" dt="2023-03-17T06:36:52.331" v="204" actId="26606"/>
          <ac:spMkLst>
            <pc:docMk/>
            <pc:sldMk cId="1159376172" sldId="259"/>
            <ac:spMk id="2" creationId="{62B31744-38A1-EDD2-89CB-09501A3F9586}"/>
          </ac:spMkLst>
        </pc:spChg>
        <pc:spChg chg="mod">
          <ac:chgData name="Ina Fløysvik Pedersen" userId="bf96d5c3-b6d9-4e2d-a837-73c672c22f72" providerId="ADAL" clId="{F27BDBB1-9183-427A-B5CC-311C1F96F16B}" dt="2023-03-17T07:29:31.699" v="651" actId="20577"/>
          <ac:spMkLst>
            <pc:docMk/>
            <pc:sldMk cId="1159376172" sldId="259"/>
            <ac:spMk id="3" creationId="{C6F387E5-4B28-984F-2185-97E69B3D5481}"/>
          </ac:spMkLst>
        </pc:spChg>
        <pc:spChg chg="add del mod">
          <ac:chgData name="Ina Fløysvik Pedersen" userId="bf96d5c3-b6d9-4e2d-a837-73c672c22f72" providerId="ADAL" clId="{F27BDBB1-9183-427A-B5CC-311C1F96F16B}" dt="2023-03-17T06:36:44.918" v="203" actId="931"/>
          <ac:spMkLst>
            <pc:docMk/>
            <pc:sldMk cId="1159376172" sldId="259"/>
            <ac:spMk id="5" creationId="{585BCBB3-21FF-9964-EFB1-88432DCBB5A1}"/>
          </ac:spMkLst>
        </pc:spChg>
        <pc:grpChg chg="add">
          <ac:chgData name="Ina Fløysvik Pedersen" userId="bf96d5c3-b6d9-4e2d-a837-73c672c22f72" providerId="ADAL" clId="{F27BDBB1-9183-427A-B5CC-311C1F96F16B}" dt="2023-03-17T06:36:52.331" v="204" actId="26606"/>
          <ac:grpSpMkLst>
            <pc:docMk/>
            <pc:sldMk cId="1159376172" sldId="259"/>
            <ac:grpSpMk id="14" creationId="{3F6D81C7-B083-478E-82FE-089A8CB72EB8}"/>
          </ac:grpSpMkLst>
        </pc:grpChg>
        <pc:picChg chg="del">
          <ac:chgData name="Ina Fløysvik Pedersen" userId="bf96d5c3-b6d9-4e2d-a837-73c672c22f72" providerId="ADAL" clId="{F27BDBB1-9183-427A-B5CC-311C1F96F16B}" dt="2023-03-17T06:29:07.303" v="120" actId="478"/>
          <ac:picMkLst>
            <pc:docMk/>
            <pc:sldMk cId="1159376172" sldId="259"/>
            <ac:picMk id="6" creationId="{53E409A5-5F3C-7004-BC96-92D891ECF81C}"/>
          </ac:picMkLst>
        </pc:picChg>
        <pc:picChg chg="del">
          <ac:chgData name="Ina Fløysvik Pedersen" userId="bf96d5c3-b6d9-4e2d-a837-73c672c22f72" providerId="ADAL" clId="{F27BDBB1-9183-427A-B5CC-311C1F96F16B}" dt="2023-03-17T06:29:10.573" v="121" actId="478"/>
          <ac:picMkLst>
            <pc:docMk/>
            <pc:sldMk cId="1159376172" sldId="259"/>
            <ac:picMk id="8" creationId="{79FC4820-5819-2A75-E610-77452118A401}"/>
          </ac:picMkLst>
        </pc:picChg>
        <pc:picChg chg="add mod">
          <ac:chgData name="Ina Fløysvik Pedersen" userId="bf96d5c3-b6d9-4e2d-a837-73c672c22f72" providerId="ADAL" clId="{F27BDBB1-9183-427A-B5CC-311C1F96F16B}" dt="2023-03-17T06:36:52.331" v="204" actId="26606"/>
          <ac:picMkLst>
            <pc:docMk/>
            <pc:sldMk cId="1159376172" sldId="259"/>
            <ac:picMk id="9" creationId="{0C71C018-63AF-8C13-F63D-4A373B01EA07}"/>
          </ac:picMkLst>
        </pc:picChg>
        <pc:cxnChg chg="add">
          <ac:chgData name="Ina Fløysvik Pedersen" userId="bf96d5c3-b6d9-4e2d-a837-73c672c22f72" providerId="ADAL" clId="{F27BDBB1-9183-427A-B5CC-311C1F96F16B}" dt="2023-03-17T06:36:52.331" v="204" actId="26606"/>
          <ac:cxnSpMkLst>
            <pc:docMk/>
            <pc:sldMk cId="1159376172" sldId="259"/>
            <ac:cxnSpMk id="20" creationId="{F06B54F2-CD11-4359-A7D6-DA7C76C091A6}"/>
          </ac:cxnSpMkLst>
        </pc:cxnChg>
      </pc:sldChg>
      <pc:sldChg chg="modSp mod modNotesTx">
        <pc:chgData name="Ina Fløysvik Pedersen" userId="bf96d5c3-b6d9-4e2d-a837-73c672c22f72" providerId="ADAL" clId="{F27BDBB1-9183-427A-B5CC-311C1F96F16B}" dt="2023-03-17T10:08:10.738" v="663" actId="20577"/>
        <pc:sldMkLst>
          <pc:docMk/>
          <pc:sldMk cId="336691127" sldId="260"/>
        </pc:sldMkLst>
        <pc:spChg chg="mod">
          <ac:chgData name="Ina Fløysvik Pedersen" userId="bf96d5c3-b6d9-4e2d-a837-73c672c22f72" providerId="ADAL" clId="{F27BDBB1-9183-427A-B5CC-311C1F96F16B}" dt="2023-03-17T06:29:28.350" v="125" actId="20577"/>
          <ac:spMkLst>
            <pc:docMk/>
            <pc:sldMk cId="336691127" sldId="260"/>
            <ac:spMk id="2" creationId="{2C4C66A2-99B0-8679-E1EF-66B7956417F7}"/>
          </ac:spMkLst>
        </pc:spChg>
        <pc:spChg chg="mod">
          <ac:chgData name="Ina Fløysvik Pedersen" userId="bf96d5c3-b6d9-4e2d-a837-73c672c22f72" providerId="ADAL" clId="{F27BDBB1-9183-427A-B5CC-311C1F96F16B}" dt="2023-03-17T10:07:51.205" v="661" actId="20577"/>
          <ac:spMkLst>
            <pc:docMk/>
            <pc:sldMk cId="336691127" sldId="260"/>
            <ac:spMk id="3" creationId="{537D661E-D45F-D64E-5BBB-517A4F783707}"/>
          </ac:spMkLst>
        </pc:spChg>
      </pc:sldChg>
      <pc:sldChg chg="addSp delSp modSp mod setBg modNotesTx">
        <pc:chgData name="Ina Fløysvik Pedersen" userId="bf96d5c3-b6d9-4e2d-a837-73c672c22f72" providerId="ADAL" clId="{F27BDBB1-9183-427A-B5CC-311C1F96F16B}" dt="2023-03-17T11:01:05.914" v="780" actId="20577"/>
        <pc:sldMkLst>
          <pc:docMk/>
          <pc:sldMk cId="2280515075" sldId="261"/>
        </pc:sldMkLst>
        <pc:spChg chg="mod">
          <ac:chgData name="Ina Fløysvik Pedersen" userId="bf96d5c3-b6d9-4e2d-a837-73c672c22f72" providerId="ADAL" clId="{F27BDBB1-9183-427A-B5CC-311C1F96F16B}" dt="2023-03-17T10:57:03.831" v="763" actId="26606"/>
          <ac:spMkLst>
            <pc:docMk/>
            <pc:sldMk cId="2280515075" sldId="261"/>
            <ac:spMk id="2" creationId="{0E630EFE-8549-0ADB-ADCA-162CC847979E}"/>
          </ac:spMkLst>
        </pc:spChg>
        <pc:spChg chg="mod">
          <ac:chgData name="Ina Fløysvik Pedersen" userId="bf96d5c3-b6d9-4e2d-a837-73c672c22f72" providerId="ADAL" clId="{F27BDBB1-9183-427A-B5CC-311C1F96F16B}" dt="2023-03-17T10:58:38.734" v="770"/>
          <ac:spMkLst>
            <pc:docMk/>
            <pc:sldMk cId="2280515075" sldId="261"/>
            <ac:spMk id="3" creationId="{1FEF6719-3FD2-CD00-0104-0817D5487B10}"/>
          </ac:spMkLst>
        </pc:spChg>
        <pc:spChg chg="add del mod">
          <ac:chgData name="Ina Fløysvik Pedersen" userId="bf96d5c3-b6d9-4e2d-a837-73c672c22f72" providerId="ADAL" clId="{F27BDBB1-9183-427A-B5CC-311C1F96F16B}" dt="2023-03-17T10:57:01.518" v="762" actId="931"/>
          <ac:spMkLst>
            <pc:docMk/>
            <pc:sldMk cId="2280515075" sldId="261"/>
            <ac:spMk id="5" creationId="{966155AA-6C4A-7BB2-3DFD-084EA6C7EF7D}"/>
          </ac:spMkLst>
        </pc:spChg>
        <pc:grpChg chg="add">
          <ac:chgData name="Ina Fløysvik Pedersen" userId="bf96d5c3-b6d9-4e2d-a837-73c672c22f72" providerId="ADAL" clId="{F27BDBB1-9183-427A-B5CC-311C1F96F16B}" dt="2023-03-17T10:57:03.831" v="763" actId="26606"/>
          <ac:grpSpMkLst>
            <pc:docMk/>
            <pc:sldMk cId="2280515075" sldId="261"/>
            <ac:grpSpMk id="15" creationId="{3F6D81C7-B083-478E-82FE-089A8CB72EB8}"/>
          </ac:grpSpMkLst>
        </pc:grpChg>
        <pc:graphicFrameChg chg="del">
          <ac:chgData name="Ina Fløysvik Pedersen" userId="bf96d5c3-b6d9-4e2d-a837-73c672c22f72" providerId="ADAL" clId="{F27BDBB1-9183-427A-B5CC-311C1F96F16B}" dt="2023-03-17T10:56:07.828" v="759" actId="478"/>
          <ac:graphicFrameMkLst>
            <pc:docMk/>
            <pc:sldMk cId="2280515075" sldId="261"/>
            <ac:graphicFrameMk id="8" creationId="{6F8C264F-1E02-6986-FF32-7B7838E1A9B8}"/>
          </ac:graphicFrameMkLst>
        </pc:graphicFrameChg>
        <pc:picChg chg="add del mod">
          <ac:chgData name="Ina Fløysvik Pedersen" userId="bf96d5c3-b6d9-4e2d-a837-73c672c22f72" providerId="ADAL" clId="{F27BDBB1-9183-427A-B5CC-311C1F96F16B}" dt="2023-03-17T10:56:43.803" v="761" actId="931"/>
          <ac:picMkLst>
            <pc:docMk/>
            <pc:sldMk cId="2280515075" sldId="261"/>
            <ac:picMk id="7" creationId="{D65C01E4-F3F3-D8B4-F2AD-7ECEE60A130D}"/>
          </ac:picMkLst>
        </pc:picChg>
        <pc:picChg chg="add mod">
          <ac:chgData name="Ina Fløysvik Pedersen" userId="bf96d5c3-b6d9-4e2d-a837-73c672c22f72" providerId="ADAL" clId="{F27BDBB1-9183-427A-B5CC-311C1F96F16B}" dt="2023-03-17T10:57:03.831" v="763" actId="26606"/>
          <ac:picMkLst>
            <pc:docMk/>
            <pc:sldMk cId="2280515075" sldId="261"/>
            <ac:picMk id="10" creationId="{0F49E558-5CC0-1F29-814A-AC7C9DCB8569}"/>
          </ac:picMkLst>
        </pc:picChg>
        <pc:cxnChg chg="add">
          <ac:chgData name="Ina Fløysvik Pedersen" userId="bf96d5c3-b6d9-4e2d-a837-73c672c22f72" providerId="ADAL" clId="{F27BDBB1-9183-427A-B5CC-311C1F96F16B}" dt="2023-03-17T10:57:03.831" v="763" actId="26606"/>
          <ac:cxnSpMkLst>
            <pc:docMk/>
            <pc:sldMk cId="2280515075" sldId="261"/>
            <ac:cxnSpMk id="21" creationId="{F06B54F2-CD11-4359-A7D6-DA7C76C091A6}"/>
          </ac:cxnSpMkLst>
        </pc:cxnChg>
      </pc:sldChg>
      <pc:sldChg chg="modSp mod modNotesTx">
        <pc:chgData name="Ina Fløysvik Pedersen" userId="bf96d5c3-b6d9-4e2d-a837-73c672c22f72" providerId="ADAL" clId="{F27BDBB1-9183-427A-B5CC-311C1F96F16B}" dt="2023-03-17T11:47:21.186" v="783"/>
        <pc:sldMkLst>
          <pc:docMk/>
          <pc:sldMk cId="782354366" sldId="262"/>
        </pc:sldMkLst>
        <pc:spChg chg="mod">
          <ac:chgData name="Ina Fløysvik Pedersen" userId="bf96d5c3-b6d9-4e2d-a837-73c672c22f72" providerId="ADAL" clId="{F27BDBB1-9183-427A-B5CC-311C1F96F16B}" dt="2023-03-17T06:48:23.898" v="622" actId="20577"/>
          <ac:spMkLst>
            <pc:docMk/>
            <pc:sldMk cId="782354366" sldId="262"/>
            <ac:spMk id="2" creationId="{62B31744-38A1-EDD2-89CB-09501A3F9586}"/>
          </ac:spMkLst>
        </pc:spChg>
        <pc:spChg chg="mod">
          <ac:chgData name="Ina Fløysvik Pedersen" userId="bf96d5c3-b6d9-4e2d-a837-73c672c22f72" providerId="ADAL" clId="{F27BDBB1-9183-427A-B5CC-311C1F96F16B}" dt="2023-03-17T06:45:10.331" v="546" actId="20577"/>
          <ac:spMkLst>
            <pc:docMk/>
            <pc:sldMk cId="782354366" sldId="262"/>
            <ac:spMk id="4" creationId="{933AD356-30DC-8070-5A4D-212CA7196E19}"/>
          </ac:spMkLst>
        </pc:spChg>
      </pc:sldChg>
      <pc:sldChg chg="modSp mod modNotesTx">
        <pc:chgData name="Ina Fløysvik Pedersen" userId="bf96d5c3-b6d9-4e2d-a837-73c672c22f72" providerId="ADAL" clId="{F27BDBB1-9183-427A-B5CC-311C1F96F16B}" dt="2023-03-17T11:51:00.727" v="787"/>
        <pc:sldMkLst>
          <pc:docMk/>
          <pc:sldMk cId="2682093846" sldId="263"/>
        </pc:sldMkLst>
        <pc:spChg chg="mod">
          <ac:chgData name="Ina Fløysvik Pedersen" userId="bf96d5c3-b6d9-4e2d-a837-73c672c22f72" providerId="ADAL" clId="{F27BDBB1-9183-427A-B5CC-311C1F96F16B}" dt="2023-03-17T06:48:31.314" v="624" actId="20577"/>
          <ac:spMkLst>
            <pc:docMk/>
            <pc:sldMk cId="2682093846" sldId="263"/>
            <ac:spMk id="2" creationId="{2C4C66A2-99B0-8679-E1EF-66B7956417F7}"/>
          </ac:spMkLst>
        </pc:spChg>
        <pc:spChg chg="mod">
          <ac:chgData name="Ina Fløysvik Pedersen" userId="bf96d5c3-b6d9-4e2d-a837-73c672c22f72" providerId="ADAL" clId="{F27BDBB1-9183-427A-B5CC-311C1F96F16B}" dt="2023-03-17T06:40:52.603" v="374" actId="20577"/>
          <ac:spMkLst>
            <pc:docMk/>
            <pc:sldMk cId="2682093846" sldId="263"/>
            <ac:spMk id="3" creationId="{537D661E-D45F-D64E-5BBB-517A4F783707}"/>
          </ac:spMkLst>
        </pc:spChg>
      </pc:sldChg>
      <pc:sldChg chg="modSp mod">
        <pc:chgData name="Ina Fløysvik Pedersen" userId="bf96d5c3-b6d9-4e2d-a837-73c672c22f72" providerId="ADAL" clId="{F27BDBB1-9183-427A-B5CC-311C1F96F16B}" dt="2023-03-17T10:54:11.272" v="724" actId="21"/>
        <pc:sldMkLst>
          <pc:docMk/>
          <pc:sldMk cId="2377839380" sldId="264"/>
        </pc:sldMkLst>
        <pc:spChg chg="mod">
          <ac:chgData name="Ina Fløysvik Pedersen" userId="bf96d5c3-b6d9-4e2d-a837-73c672c22f72" providerId="ADAL" clId="{F27BDBB1-9183-427A-B5CC-311C1F96F16B}" dt="2023-03-17T10:54:11.272" v="724" actId="21"/>
          <ac:spMkLst>
            <pc:docMk/>
            <pc:sldMk cId="2377839380" sldId="264"/>
            <ac:spMk id="3" creationId="{B59E75A8-5713-BAB8-79E3-95B96B8CE45D}"/>
          </ac:spMkLst>
        </pc:spChg>
      </pc:sldChg>
      <pc:sldChg chg="addSp delSp modSp mod">
        <pc:chgData name="Ina Fløysvik Pedersen" userId="bf96d5c3-b6d9-4e2d-a837-73c672c22f72" providerId="ADAL" clId="{F27BDBB1-9183-427A-B5CC-311C1F96F16B}" dt="2023-03-17T06:33:55.352" v="143" actId="1076"/>
        <pc:sldMkLst>
          <pc:docMk/>
          <pc:sldMk cId="344487975" sldId="265"/>
        </pc:sldMkLst>
        <pc:spChg chg="mod">
          <ac:chgData name="Ina Fløysvik Pedersen" userId="bf96d5c3-b6d9-4e2d-a837-73c672c22f72" providerId="ADAL" clId="{F27BDBB1-9183-427A-B5CC-311C1F96F16B}" dt="2023-03-17T06:28:40.203" v="112"/>
          <ac:spMkLst>
            <pc:docMk/>
            <pc:sldMk cId="344487975" sldId="265"/>
            <ac:spMk id="2" creationId="{355572C6-EC8C-1A47-7413-6FDE336BCB36}"/>
          </ac:spMkLst>
        </pc:spChg>
        <pc:spChg chg="add del mod">
          <ac:chgData name="Ina Fløysvik Pedersen" userId="bf96d5c3-b6d9-4e2d-a837-73c672c22f72" providerId="ADAL" clId="{F27BDBB1-9183-427A-B5CC-311C1F96F16B}" dt="2023-03-17T06:33:47.460" v="141" actId="478"/>
          <ac:spMkLst>
            <pc:docMk/>
            <pc:sldMk cId="344487975" sldId="265"/>
            <ac:spMk id="6" creationId="{5A78E516-0B81-D275-7D57-E1BD4D539D5A}"/>
          </ac:spMkLst>
        </pc:spChg>
        <pc:picChg chg="del">
          <ac:chgData name="Ina Fløysvik Pedersen" userId="bf96d5c3-b6d9-4e2d-a837-73c672c22f72" providerId="ADAL" clId="{F27BDBB1-9183-427A-B5CC-311C1F96F16B}" dt="2023-03-17T06:28:44.630" v="113" actId="478"/>
          <ac:picMkLst>
            <pc:docMk/>
            <pc:sldMk cId="344487975" sldId="265"/>
            <ac:picMk id="5" creationId="{2AD53B7F-488B-0A89-DE19-4CA0A4BFE486}"/>
          </ac:picMkLst>
        </pc:picChg>
        <pc:picChg chg="del">
          <ac:chgData name="Ina Fløysvik Pedersen" userId="bf96d5c3-b6d9-4e2d-a837-73c672c22f72" providerId="ADAL" clId="{F27BDBB1-9183-427A-B5CC-311C1F96F16B}" dt="2023-03-17T06:28:45.382" v="114" actId="478"/>
          <ac:picMkLst>
            <pc:docMk/>
            <pc:sldMk cId="344487975" sldId="265"/>
            <ac:picMk id="8" creationId="{5BF409F9-A340-865A-20F8-CFC955DD60AC}"/>
          </ac:picMkLst>
        </pc:picChg>
        <pc:picChg chg="add mod">
          <ac:chgData name="Ina Fløysvik Pedersen" userId="bf96d5c3-b6d9-4e2d-a837-73c672c22f72" providerId="ADAL" clId="{F27BDBB1-9183-427A-B5CC-311C1F96F16B}" dt="2023-03-17T06:33:52.096" v="142" actId="1076"/>
          <ac:picMkLst>
            <pc:docMk/>
            <pc:sldMk cId="344487975" sldId="265"/>
            <ac:picMk id="9" creationId="{5EAFCADB-3651-C860-82D6-9E2521913A09}"/>
          </ac:picMkLst>
        </pc:picChg>
        <pc:picChg chg="add mod">
          <ac:chgData name="Ina Fløysvik Pedersen" userId="bf96d5c3-b6d9-4e2d-a837-73c672c22f72" providerId="ADAL" clId="{F27BDBB1-9183-427A-B5CC-311C1F96F16B}" dt="2023-03-17T06:33:55.352" v="143" actId="1076"/>
          <ac:picMkLst>
            <pc:docMk/>
            <pc:sldMk cId="344487975" sldId="265"/>
            <ac:picMk id="11" creationId="{06CD2ED6-D1B0-EADD-DDE8-B82B412996AE}"/>
          </ac:picMkLst>
        </pc:picChg>
      </pc:sldChg>
      <pc:sldChg chg="modSp mod">
        <pc:chgData name="Ina Fløysvik Pedersen" userId="bf96d5c3-b6d9-4e2d-a837-73c672c22f72" providerId="ADAL" clId="{F27BDBB1-9183-427A-B5CC-311C1F96F16B}" dt="2023-03-17T06:39:18.580" v="307" actId="20577"/>
        <pc:sldMkLst>
          <pc:docMk/>
          <pc:sldMk cId="991303836" sldId="266"/>
        </pc:sldMkLst>
        <pc:spChg chg="mod">
          <ac:chgData name="Ina Fløysvik Pedersen" userId="bf96d5c3-b6d9-4e2d-a837-73c672c22f72" providerId="ADAL" clId="{F27BDBB1-9183-427A-B5CC-311C1F96F16B}" dt="2023-03-17T06:29:20.791" v="123" actId="20577"/>
          <ac:spMkLst>
            <pc:docMk/>
            <pc:sldMk cId="991303836" sldId="266"/>
            <ac:spMk id="2" creationId="{62B31744-38A1-EDD2-89CB-09501A3F9586}"/>
          </ac:spMkLst>
        </pc:spChg>
        <pc:spChg chg="mod">
          <ac:chgData name="Ina Fløysvik Pedersen" userId="bf96d5c3-b6d9-4e2d-a837-73c672c22f72" providerId="ADAL" clId="{F27BDBB1-9183-427A-B5CC-311C1F96F16B}" dt="2023-03-17T06:39:18.580" v="307" actId="20577"/>
          <ac:spMkLst>
            <pc:docMk/>
            <pc:sldMk cId="991303836" sldId="266"/>
            <ac:spMk id="4" creationId="{933AD356-30DC-8070-5A4D-212CA7196E19}"/>
          </ac:spMkLst>
        </pc:spChg>
      </pc:sldChg>
      <pc:sldChg chg="addSp delSp modSp mod modNotesTx">
        <pc:chgData name="Ina Fløysvik Pedersen" userId="bf96d5c3-b6d9-4e2d-a837-73c672c22f72" providerId="ADAL" clId="{F27BDBB1-9183-427A-B5CC-311C1F96F16B}" dt="2023-03-17T11:28:52.306" v="781"/>
        <pc:sldMkLst>
          <pc:docMk/>
          <pc:sldMk cId="3596538320" sldId="267"/>
        </pc:sldMkLst>
        <pc:spChg chg="mod">
          <ac:chgData name="Ina Fløysvik Pedersen" userId="bf96d5c3-b6d9-4e2d-a837-73c672c22f72" providerId="ADAL" clId="{F27BDBB1-9183-427A-B5CC-311C1F96F16B}" dt="2023-03-17T06:48:09.689" v="618"/>
          <ac:spMkLst>
            <pc:docMk/>
            <pc:sldMk cId="3596538320" sldId="267"/>
            <ac:spMk id="2" creationId="{0E630EFE-8549-0ADB-ADCA-162CC847979E}"/>
          </ac:spMkLst>
        </pc:spChg>
        <pc:spChg chg="add del mod">
          <ac:chgData name="Ina Fløysvik Pedersen" userId="bf96d5c3-b6d9-4e2d-a837-73c672c22f72" providerId="ADAL" clId="{F27BDBB1-9183-427A-B5CC-311C1F96F16B}" dt="2023-03-17T11:00:15.005" v="777" actId="478"/>
          <ac:spMkLst>
            <pc:docMk/>
            <pc:sldMk cId="3596538320" sldId="267"/>
            <ac:spMk id="7" creationId="{90F9B24F-DBEA-014C-C3EF-DEC32A83D0FF}"/>
          </ac:spMkLst>
        </pc:spChg>
        <pc:picChg chg="del">
          <ac:chgData name="Ina Fløysvik Pedersen" userId="bf96d5c3-b6d9-4e2d-a837-73c672c22f72" providerId="ADAL" clId="{F27BDBB1-9183-427A-B5CC-311C1F96F16B}" dt="2023-03-17T06:47:34.971" v="600" actId="478"/>
          <ac:picMkLst>
            <pc:docMk/>
            <pc:sldMk cId="3596538320" sldId="267"/>
            <ac:picMk id="5" creationId="{95F9370D-A2BA-EF4E-6D07-274B017CB810}"/>
          </ac:picMkLst>
        </pc:picChg>
        <pc:picChg chg="del">
          <ac:chgData name="Ina Fløysvik Pedersen" userId="bf96d5c3-b6d9-4e2d-a837-73c672c22f72" providerId="ADAL" clId="{F27BDBB1-9183-427A-B5CC-311C1F96F16B}" dt="2023-03-17T06:47:37.601" v="601" actId="478"/>
          <ac:picMkLst>
            <pc:docMk/>
            <pc:sldMk cId="3596538320" sldId="267"/>
            <ac:picMk id="6" creationId="{EA011B5A-148C-2FB1-FD43-B9A2D6A6BA34}"/>
          </ac:picMkLst>
        </pc:picChg>
        <pc:picChg chg="add mod">
          <ac:chgData name="Ina Fløysvik Pedersen" userId="bf96d5c3-b6d9-4e2d-a837-73c672c22f72" providerId="ADAL" clId="{F27BDBB1-9183-427A-B5CC-311C1F96F16B}" dt="2023-03-17T10:59:28.202" v="772" actId="1076"/>
          <ac:picMkLst>
            <pc:docMk/>
            <pc:sldMk cId="3596538320" sldId="267"/>
            <ac:picMk id="9" creationId="{4A97AE7E-009F-D871-93B7-5D2C728BBA15}"/>
          </ac:picMkLst>
        </pc:picChg>
        <pc:picChg chg="add mod">
          <ac:chgData name="Ina Fløysvik Pedersen" userId="bf96d5c3-b6d9-4e2d-a837-73c672c22f72" providerId="ADAL" clId="{F27BDBB1-9183-427A-B5CC-311C1F96F16B}" dt="2023-03-17T11:00:19.555" v="778" actId="1076"/>
          <ac:picMkLst>
            <pc:docMk/>
            <pc:sldMk cId="3596538320" sldId="267"/>
            <ac:picMk id="11" creationId="{C06C21E4-E3E0-C23E-FC84-8DE9741E5B61}"/>
          </ac:picMkLst>
        </pc:picChg>
      </pc:sldChg>
      <pc:sldChg chg="addSp delSp modSp mod setBg modNotesTx">
        <pc:chgData name="Ina Fløysvik Pedersen" userId="bf96d5c3-b6d9-4e2d-a837-73c672c22f72" providerId="ADAL" clId="{F27BDBB1-9183-427A-B5CC-311C1F96F16B}" dt="2023-03-17T11:47:42.816" v="786" actId="20577"/>
        <pc:sldMkLst>
          <pc:docMk/>
          <pc:sldMk cId="220379440" sldId="268"/>
        </pc:sldMkLst>
        <pc:spChg chg="mod">
          <ac:chgData name="Ina Fløysvik Pedersen" userId="bf96d5c3-b6d9-4e2d-a837-73c672c22f72" providerId="ADAL" clId="{F27BDBB1-9183-427A-B5CC-311C1F96F16B}" dt="2023-03-17T06:48:18.466" v="620" actId="20577"/>
          <ac:spMkLst>
            <pc:docMk/>
            <pc:sldMk cId="220379440" sldId="268"/>
            <ac:spMk id="2" creationId="{62B31744-38A1-EDD2-89CB-09501A3F9586}"/>
          </ac:spMkLst>
        </pc:spChg>
        <pc:spChg chg="mod">
          <ac:chgData name="Ina Fløysvik Pedersen" userId="bf96d5c3-b6d9-4e2d-a837-73c672c22f72" providerId="ADAL" clId="{F27BDBB1-9183-427A-B5CC-311C1F96F16B}" dt="2023-03-17T06:47:10.101" v="599" actId="26606"/>
          <ac:spMkLst>
            <pc:docMk/>
            <pc:sldMk cId="220379440" sldId="268"/>
            <ac:spMk id="3" creationId="{C6F387E5-4B28-984F-2185-97E69B3D5481}"/>
          </ac:spMkLst>
        </pc:spChg>
        <pc:spChg chg="add del mod">
          <ac:chgData name="Ina Fløysvik Pedersen" userId="bf96d5c3-b6d9-4e2d-a837-73c672c22f72" providerId="ADAL" clId="{F27BDBB1-9183-427A-B5CC-311C1F96F16B}" dt="2023-03-17T06:47:08.514" v="598" actId="931"/>
          <ac:spMkLst>
            <pc:docMk/>
            <pc:sldMk cId="220379440" sldId="268"/>
            <ac:spMk id="8" creationId="{65B29A9C-36BE-3084-EBA7-402EAF488133}"/>
          </ac:spMkLst>
        </pc:spChg>
        <pc:grpChg chg="add">
          <ac:chgData name="Ina Fløysvik Pedersen" userId="bf96d5c3-b6d9-4e2d-a837-73c672c22f72" providerId="ADAL" clId="{F27BDBB1-9183-427A-B5CC-311C1F96F16B}" dt="2023-03-17T06:47:10.101" v="599" actId="26606"/>
          <ac:grpSpMkLst>
            <pc:docMk/>
            <pc:sldMk cId="220379440" sldId="268"/>
            <ac:grpSpMk id="15" creationId="{3F6D81C7-B083-478E-82FE-089A8CB72EB8}"/>
          </ac:grpSpMkLst>
        </pc:grpChg>
        <pc:graphicFrameChg chg="del">
          <ac:chgData name="Ina Fløysvik Pedersen" userId="bf96d5c3-b6d9-4e2d-a837-73c672c22f72" providerId="ADAL" clId="{F27BDBB1-9183-427A-B5CC-311C1F96F16B}" dt="2023-03-17T06:45:33.125" v="547" actId="478"/>
          <ac:graphicFrameMkLst>
            <pc:docMk/>
            <pc:sldMk cId="220379440" sldId="268"/>
            <ac:graphicFrameMk id="5" creationId="{F8D3516D-4AB7-1DC6-6C14-CAEBF482ADBB}"/>
          </ac:graphicFrameMkLst>
        </pc:graphicFrameChg>
        <pc:graphicFrameChg chg="del">
          <ac:chgData name="Ina Fløysvik Pedersen" userId="bf96d5c3-b6d9-4e2d-a837-73c672c22f72" providerId="ADAL" clId="{F27BDBB1-9183-427A-B5CC-311C1F96F16B}" dt="2023-03-17T06:45:44.787" v="550" actId="478"/>
          <ac:graphicFrameMkLst>
            <pc:docMk/>
            <pc:sldMk cId="220379440" sldId="268"/>
            <ac:graphicFrameMk id="6" creationId="{9831D60F-62CD-183F-4B55-6844CE8E48F8}"/>
          </ac:graphicFrameMkLst>
        </pc:graphicFrameChg>
        <pc:graphicFrameChg chg="del">
          <ac:chgData name="Ina Fløysvik Pedersen" userId="bf96d5c3-b6d9-4e2d-a837-73c672c22f72" providerId="ADAL" clId="{F27BDBB1-9183-427A-B5CC-311C1F96F16B}" dt="2023-03-17T06:45:44.098" v="549" actId="478"/>
          <ac:graphicFrameMkLst>
            <pc:docMk/>
            <pc:sldMk cId="220379440" sldId="268"/>
            <ac:graphicFrameMk id="7" creationId="{46399D53-D46F-F8A8-B7A6-1DE86AC90999}"/>
          </ac:graphicFrameMkLst>
        </pc:graphicFrameChg>
        <pc:picChg chg="add mod">
          <ac:chgData name="Ina Fløysvik Pedersen" userId="bf96d5c3-b6d9-4e2d-a837-73c672c22f72" providerId="ADAL" clId="{F27BDBB1-9183-427A-B5CC-311C1F96F16B}" dt="2023-03-17T06:47:10.101" v="599" actId="26606"/>
          <ac:picMkLst>
            <pc:docMk/>
            <pc:sldMk cId="220379440" sldId="268"/>
            <ac:picMk id="10" creationId="{00BEE896-62DE-97F5-6956-14B4E99BE3D3}"/>
          </ac:picMkLst>
        </pc:picChg>
        <pc:cxnChg chg="add">
          <ac:chgData name="Ina Fløysvik Pedersen" userId="bf96d5c3-b6d9-4e2d-a837-73c672c22f72" providerId="ADAL" clId="{F27BDBB1-9183-427A-B5CC-311C1F96F16B}" dt="2023-03-17T06:47:10.101" v="599" actId="26606"/>
          <ac:cxnSpMkLst>
            <pc:docMk/>
            <pc:sldMk cId="220379440" sldId="268"/>
            <ac:cxnSpMk id="21" creationId="{F06B54F2-CD11-4359-A7D6-DA7C76C091A6}"/>
          </ac:cxnSpMkLst>
        </pc:cxnChg>
      </pc:sldChg>
      <pc:sldChg chg="addSp delSp modSp new mod modNotesTx">
        <pc:chgData name="Ina Fløysvik Pedersen" userId="bf96d5c3-b6d9-4e2d-a837-73c672c22f72" providerId="ADAL" clId="{F27BDBB1-9183-427A-B5CC-311C1F96F16B}" dt="2023-03-17T11:54:44.640" v="788"/>
        <pc:sldMkLst>
          <pc:docMk/>
          <pc:sldMk cId="128272240" sldId="269"/>
        </pc:sldMkLst>
        <pc:spChg chg="mod">
          <ac:chgData name="Ina Fløysvik Pedersen" userId="bf96d5c3-b6d9-4e2d-a837-73c672c22f72" providerId="ADAL" clId="{F27BDBB1-9183-427A-B5CC-311C1F96F16B}" dt="2023-03-17T06:41:41.010" v="423" actId="20577"/>
          <ac:spMkLst>
            <pc:docMk/>
            <pc:sldMk cId="128272240" sldId="269"/>
            <ac:spMk id="2" creationId="{4EA18B82-0102-EF5C-7A01-94F2DA0D64A6}"/>
          </ac:spMkLst>
        </pc:spChg>
        <pc:spChg chg="del">
          <ac:chgData name="Ina Fløysvik Pedersen" userId="bf96d5c3-b6d9-4e2d-a837-73c672c22f72" providerId="ADAL" clId="{F27BDBB1-9183-427A-B5CC-311C1F96F16B}" dt="2023-03-17T06:42:15.489" v="424" actId="22"/>
          <ac:spMkLst>
            <pc:docMk/>
            <pc:sldMk cId="128272240" sldId="269"/>
            <ac:spMk id="3" creationId="{98FEE596-0EA6-5149-9454-5533ACF71A36}"/>
          </ac:spMkLst>
        </pc:spChg>
        <pc:picChg chg="add mod ord">
          <ac:chgData name="Ina Fløysvik Pedersen" userId="bf96d5c3-b6d9-4e2d-a837-73c672c22f72" providerId="ADAL" clId="{F27BDBB1-9183-427A-B5CC-311C1F96F16B}" dt="2023-03-17T06:42:24.709" v="426" actId="1076"/>
          <ac:picMkLst>
            <pc:docMk/>
            <pc:sldMk cId="128272240" sldId="269"/>
            <ac:picMk id="5" creationId="{CE56FE46-29F2-771C-2636-F2D37373163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4048BB-B10E-4924-8A7A-15D826AACBEB}" type="datetimeFigureOut">
              <a:rPr lang="en-US" smtClean="0"/>
              <a:t>3/17/2023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F646A4-D3EE-4002-8478-22FB56D9532E}" type="slidenum">
              <a:rPr lang="en-US" smtClean="0"/>
              <a:t>‹#›</a:t>
            </a:fld>
            <a:endParaRPr lang="en-US"/>
          </a:p>
        </p:txBody>
      </p:sp>
    </p:spTree>
    <p:extLst>
      <p:ext uri="{BB962C8B-B14F-4D97-AF65-F5344CB8AC3E}">
        <p14:creationId xmlns:p14="http://schemas.microsoft.com/office/powerpoint/2010/main" val="3007724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my Presentation of Factory Method and Abstract Factory Design Patterns.</a:t>
            </a:r>
          </a:p>
        </p:txBody>
      </p:sp>
      <p:sp>
        <p:nvSpPr>
          <p:cNvPr id="4" name="Slide Number Placeholder 3"/>
          <p:cNvSpPr>
            <a:spLocks noGrp="1"/>
          </p:cNvSpPr>
          <p:nvPr>
            <p:ph type="sldNum" sz="quarter" idx="5"/>
          </p:nvPr>
        </p:nvSpPr>
        <p:spPr/>
        <p:txBody>
          <a:bodyPr/>
          <a:lstStyle/>
          <a:p>
            <a:fld id="{05F646A4-D3EE-4002-8478-22FB56D9532E}" type="slidenum">
              <a:rPr lang="en-US" smtClean="0"/>
              <a:t>1</a:t>
            </a:fld>
            <a:endParaRPr lang="en-US"/>
          </a:p>
        </p:txBody>
      </p:sp>
    </p:spTree>
    <p:extLst>
      <p:ext uri="{BB962C8B-B14F-4D97-AF65-F5344CB8AC3E}">
        <p14:creationId xmlns:p14="http://schemas.microsoft.com/office/powerpoint/2010/main" val="3770224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Bef>
                <a:spcPts val="0"/>
              </a:spcBef>
              <a:spcAft>
                <a:spcPts val="0"/>
              </a:spcAft>
              <a:buFont typeface="Calibri" panose="020F050202020403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Creational pattern type</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Both Factory Method and Abstract Factory is Creational patterns from the Gang of Four design patterns.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The Creational pattern type consist of patterns which deals with object creation. The idea of these patterns is to abstract the object instantiation process. The Creational patterns will help making your system independent of how its objects are created, composed, and represented. For example, when you have a lot of new statements in your client code and tightly coupled classes, you can use concrete implementations to make your system loosely coupled and manage you new statements better by using the Creational Patterns.</a:t>
            </a:r>
          </a:p>
          <a:p>
            <a:pPr marL="342900" marR="0" lvl="0" indent="-342900">
              <a:lnSpc>
                <a:spcPct val="107000"/>
              </a:lnSpc>
              <a:spcBef>
                <a:spcPts val="0"/>
              </a:spcBef>
              <a:spcAft>
                <a:spcPts val="800"/>
              </a:spcAft>
              <a:buFont typeface="Calibri" panose="020F050202020403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Factory Pattern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Now days both Factory Method and Abstract Factory design pattern is put into Factory Design Pattern, where the Factory pattern refer to either Factory Method or Abstract Factory.</a:t>
            </a:r>
          </a:p>
          <a:p>
            <a:endParaRPr lang="en-US" dirty="0"/>
          </a:p>
        </p:txBody>
      </p:sp>
      <p:sp>
        <p:nvSpPr>
          <p:cNvPr id="4" name="Slide Number Placeholder 3"/>
          <p:cNvSpPr>
            <a:spLocks noGrp="1"/>
          </p:cNvSpPr>
          <p:nvPr>
            <p:ph type="sldNum" sz="quarter" idx="5"/>
          </p:nvPr>
        </p:nvSpPr>
        <p:spPr/>
        <p:txBody>
          <a:bodyPr/>
          <a:lstStyle/>
          <a:p>
            <a:fld id="{05F646A4-D3EE-4002-8478-22FB56D9532E}" type="slidenum">
              <a:rPr lang="en-US" smtClean="0"/>
              <a:t>2</a:t>
            </a:fld>
            <a:endParaRPr lang="en-US"/>
          </a:p>
        </p:txBody>
      </p:sp>
    </p:spTree>
    <p:extLst>
      <p:ext uri="{BB962C8B-B14F-4D97-AF65-F5344CB8AC3E}">
        <p14:creationId xmlns:p14="http://schemas.microsoft.com/office/powerpoint/2010/main" val="2945435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Bef>
                <a:spcPts val="0"/>
              </a:spcBef>
              <a:spcAft>
                <a:spcPts val="0"/>
              </a:spcAft>
              <a:buFont typeface="Calibri" panose="020F050202020403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Intent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The Factory Method’s intent is to define an interface for creating an object, but to let subclasses decide which class to instantiate. In other words the Factory Method provides an interface for creating objects in a superclass, but it allows the subclasses to alter the type of objects that will be created. </a:t>
            </a:r>
          </a:p>
          <a:p>
            <a:pPr marL="342900" marR="0" lvl="0" indent="-342900">
              <a:lnSpc>
                <a:spcPct val="107000"/>
              </a:lnSpc>
              <a:spcBef>
                <a:spcPts val="0"/>
              </a:spcBef>
              <a:spcAft>
                <a:spcPts val="0"/>
              </a:spcAft>
              <a:buFont typeface="Calibri" panose="020F050202020403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Replace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The Factory Method pattern suggest that we replace direct object construction calls (using the new operator) with calls to a special factory method. But don’t take this wrong, the objects will still be created via the new operator, but it is being called from within the factory method.</a:t>
            </a:r>
          </a:p>
          <a:p>
            <a:pPr marL="342900" marR="0" lvl="0" indent="-342900">
              <a:lnSpc>
                <a:spcPct val="107000"/>
              </a:lnSpc>
              <a:spcBef>
                <a:spcPts val="0"/>
              </a:spcBef>
              <a:spcAft>
                <a:spcPts val="800"/>
              </a:spcAft>
              <a:buFont typeface="Calibri" panose="020F050202020403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Products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The objects returned by a factory method are often referred to as products.</a:t>
            </a:r>
          </a:p>
          <a:p>
            <a:endParaRPr lang="en-US" dirty="0"/>
          </a:p>
        </p:txBody>
      </p:sp>
      <p:sp>
        <p:nvSpPr>
          <p:cNvPr id="4" name="Slide Number Placeholder 3"/>
          <p:cNvSpPr>
            <a:spLocks noGrp="1"/>
          </p:cNvSpPr>
          <p:nvPr>
            <p:ph type="sldNum" sz="quarter" idx="5"/>
          </p:nvPr>
        </p:nvSpPr>
        <p:spPr/>
        <p:txBody>
          <a:bodyPr/>
          <a:lstStyle/>
          <a:p>
            <a:fld id="{05F646A4-D3EE-4002-8478-22FB56D9532E}" type="slidenum">
              <a:rPr lang="en-US" smtClean="0"/>
              <a:t>3</a:t>
            </a:fld>
            <a:endParaRPr lang="en-US"/>
          </a:p>
        </p:txBody>
      </p:sp>
    </p:spTree>
    <p:extLst>
      <p:ext uri="{BB962C8B-B14F-4D97-AF65-F5344CB8AC3E}">
        <p14:creationId xmlns:p14="http://schemas.microsoft.com/office/powerpoint/2010/main" val="817200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Factory Method has a few use cases where it is good to use this pattern.</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first one is when a class can’t anticipate the class of objects it must create, in other words when you don’t know in advance which types of object you code should work with. When that is the case, the concrete creators can take on this responsibility.</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second use case is when a class wants it subclasses to specify the objects it creates. This enables the scenario in which standard components or classes can be extended via subclasses. As the first use case the concrete creator takes on the responsibility for creating objects.</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third use case, is when classes delegate responsibility for creation to one of several helper subclasses and you want to localize the knowledge of which helper subclass is the delegate. Localization of that knowledge is now at level of which ever part of your application is responsible for providing the concrete implementation of the creator that is needed.</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fourth use case is when you use the Factory Method as a way to enable reusing of existing object. Where the logic inside of the factory method can take care of either creating an object or reusing an existing one as it sees fit. Of you are renewing the instances yourself, you will either have to write code like that wherever you renew it or put in a reusable method(the factory method).</a:t>
            </a:r>
          </a:p>
          <a:p>
            <a:endParaRPr lang="en-US" dirty="0"/>
          </a:p>
        </p:txBody>
      </p:sp>
      <p:sp>
        <p:nvSpPr>
          <p:cNvPr id="4" name="Slide Number Placeholder 3"/>
          <p:cNvSpPr>
            <a:spLocks noGrp="1"/>
          </p:cNvSpPr>
          <p:nvPr>
            <p:ph type="sldNum" sz="quarter" idx="5"/>
          </p:nvPr>
        </p:nvSpPr>
        <p:spPr/>
        <p:txBody>
          <a:bodyPr/>
          <a:lstStyle/>
          <a:p>
            <a:fld id="{05F646A4-D3EE-4002-8478-22FB56D9532E}" type="slidenum">
              <a:rPr lang="en-US" smtClean="0"/>
              <a:t>5</a:t>
            </a:fld>
            <a:endParaRPr lang="en-US"/>
          </a:p>
        </p:txBody>
      </p:sp>
    </p:spTree>
    <p:extLst>
      <p:ext uri="{BB962C8B-B14F-4D97-AF65-F5344CB8AC3E}">
        <p14:creationId xmlns:p14="http://schemas.microsoft.com/office/powerpoint/2010/main" val="649444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Factory Method is closely related to the Abstract Factory pattern. As Abstract Factory is often implemented with factory methods.</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There is also a relation between Factory Method and another creational pattern the Prototype pattern. Where Prototypes don’t require subclassing creators, and they are not based on inheritance, which is a plus when you favor composition over inheritance. However, the prototype pattern often require an initialize operation on the Product class, which the factory method doesn’t. So in other words the factory method is based on inheritance, but it doesn’t require the initialization step, while Prototype favors composition.</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Lastly, there is also a relation between Factory Method and the behavioral pattern Template Methods. Factory Methods are usually called within Template Methods</a:t>
            </a:r>
          </a:p>
        </p:txBody>
      </p:sp>
      <p:sp>
        <p:nvSpPr>
          <p:cNvPr id="4" name="Slide Number Placeholder 3"/>
          <p:cNvSpPr>
            <a:spLocks noGrp="1"/>
          </p:cNvSpPr>
          <p:nvPr>
            <p:ph type="sldNum" sz="quarter" idx="5"/>
          </p:nvPr>
        </p:nvSpPr>
        <p:spPr/>
        <p:txBody>
          <a:bodyPr/>
          <a:lstStyle/>
          <a:p>
            <a:fld id="{05F646A4-D3EE-4002-8478-22FB56D9532E}" type="slidenum">
              <a:rPr lang="en-US" smtClean="0"/>
              <a:t>7</a:t>
            </a:fld>
            <a:endParaRPr lang="en-US"/>
          </a:p>
        </p:txBody>
      </p:sp>
    </p:spTree>
    <p:extLst>
      <p:ext uri="{BB962C8B-B14F-4D97-AF65-F5344CB8AC3E}">
        <p14:creationId xmlns:p14="http://schemas.microsoft.com/office/powerpoint/2010/main" val="3201914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intent of the Abstract Factory pattern is to provide an interface for creating families of related or dependent objects without specifying their concrete classes.</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first thing the Abstract Factory pattern suggests is to explicitly declare interfaces for each distinct product of the  product family. Then you can make all variants of products follow those interfaces. The next move would be to declare the Abstract Factory an interface with a list of creation methods for all products that are part of the product family. And these methods must return abstract product types represented by the interfaces.</a:t>
            </a:r>
          </a:p>
        </p:txBody>
      </p:sp>
      <p:sp>
        <p:nvSpPr>
          <p:cNvPr id="4" name="Slide Number Placeholder 3"/>
          <p:cNvSpPr>
            <a:spLocks noGrp="1"/>
          </p:cNvSpPr>
          <p:nvPr>
            <p:ph type="sldNum" sz="quarter" idx="5"/>
          </p:nvPr>
        </p:nvSpPr>
        <p:spPr/>
        <p:txBody>
          <a:bodyPr/>
          <a:lstStyle/>
          <a:p>
            <a:fld id="{05F646A4-D3EE-4002-8478-22FB56D9532E}" type="slidenum">
              <a:rPr lang="en-US" smtClean="0"/>
              <a:t>8</a:t>
            </a:fld>
            <a:endParaRPr lang="en-US"/>
          </a:p>
        </p:txBody>
      </p:sp>
    </p:spTree>
    <p:extLst>
      <p:ext uri="{BB962C8B-B14F-4D97-AF65-F5344CB8AC3E}">
        <p14:creationId xmlns:p14="http://schemas.microsoft.com/office/powerpoint/2010/main" val="146902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As in Factory method the white image is the pattern structure and the black image is the example put into the pattern structure. You can choose if you want to use an abstract base class or interface when you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takle</a:t>
            </a:r>
            <a:r>
              <a:rPr lang="en-US" sz="1800" dirty="0">
                <a:effectLst/>
                <a:latin typeface="Calibri" panose="020F0502020204030204" pitchFamily="34" charset="0"/>
                <a:ea typeface="Calibri" panose="020F0502020204030204" pitchFamily="34" charset="0"/>
                <a:cs typeface="Times New Roman" panose="02020603050405020304" pitchFamily="18" charset="0"/>
              </a:rPr>
              <a:t> Abstract Factory, in this example we will use interfaces.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And in this example we will continue to build onto the example from the Factory Method.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We want to convey that these objects belong together, in other words create a family of related objects a shopping cart purchase factory. This is an interface which contains methods to create an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IDiscountService</a:t>
            </a:r>
            <a:r>
              <a:rPr lang="en-US" sz="1800" dirty="0">
                <a:effectLst/>
                <a:latin typeface="Calibri" panose="020F0502020204030204" pitchFamily="34" charset="0"/>
                <a:ea typeface="Calibri" panose="020F0502020204030204" pitchFamily="34" charset="0"/>
                <a:cs typeface="Times New Roman" panose="02020603050405020304" pitchFamily="18" charset="0"/>
              </a:rPr>
              <a:t>, that method is named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CreateDiscountService</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a method to create an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IShippingCostsService</a:t>
            </a:r>
            <a:r>
              <a:rPr lang="en-US" sz="1800" dirty="0">
                <a:effectLst/>
                <a:latin typeface="Calibri" panose="020F0502020204030204" pitchFamily="34" charset="0"/>
                <a:ea typeface="Calibri" panose="020F0502020204030204" pitchFamily="34" charset="0"/>
                <a:cs typeface="Times New Roman" panose="02020603050405020304" pitchFamily="18" charset="0"/>
              </a:rPr>
              <a:t>, named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CreateShippingCostsService</a:t>
            </a:r>
            <a:r>
              <a:rPr lang="en-US" sz="1800" dirty="0">
                <a:effectLst/>
                <a:latin typeface="Calibri" panose="020F0502020204030204" pitchFamily="34" charset="0"/>
                <a:ea typeface="Calibri" panose="020F0502020204030204" pitchFamily="34" charset="0"/>
                <a:cs typeface="Times New Roman" panose="02020603050405020304" pitchFamily="18" charset="0"/>
              </a:rPr>
              <a:t>, you can see all of these to the left in the black image. This is the family of services required for one purchase, which also means that we need to define these interfaces, an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IDiscountService</a:t>
            </a:r>
            <a:r>
              <a:rPr lang="en-US" sz="1800" dirty="0">
                <a:effectLst/>
                <a:latin typeface="Calibri" panose="020F0502020204030204" pitchFamily="34" charset="0"/>
                <a:ea typeface="Calibri" panose="020F0502020204030204" pitchFamily="34" charset="0"/>
                <a:cs typeface="Times New Roman" panose="02020603050405020304" pitchFamily="18" charset="0"/>
              </a:rPr>
              <a:t> which exposes a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DiscountPercentage</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an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IShippingCostService</a:t>
            </a:r>
            <a:r>
              <a:rPr lang="en-US" sz="1800" dirty="0">
                <a:effectLst/>
                <a:latin typeface="Calibri" panose="020F0502020204030204" pitchFamily="34" charset="0"/>
                <a:ea typeface="Calibri" panose="020F0502020204030204" pitchFamily="34" charset="0"/>
                <a:cs typeface="Times New Roman" panose="02020603050405020304" pitchFamily="18" charset="0"/>
              </a:rPr>
              <a:t> which exposes the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ShippingCosts</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Concrete implementation could then be a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BelgiumShoppingCartFactory</a:t>
            </a:r>
            <a:r>
              <a:rPr lang="en-US" sz="1800" dirty="0">
                <a:effectLst/>
                <a:latin typeface="Calibri" panose="020F0502020204030204" pitchFamily="34" charset="0"/>
                <a:ea typeface="Calibri" panose="020F0502020204030204" pitchFamily="34" charset="0"/>
                <a:cs typeface="Times New Roman" panose="02020603050405020304" pitchFamily="18" charset="0"/>
              </a:rPr>
              <a:t>, which related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BelgiumDiscountServices</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BelgiumShippingCostsServices</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responsibility for creating these concrete service implementations lies with the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BelgiumShoppingCartPurchaseFactory</a:t>
            </a:r>
            <a:r>
              <a:rPr lang="en-US" sz="1800" dirty="0">
                <a:effectLst/>
                <a:latin typeface="Calibri" panose="020F0502020204030204" pitchFamily="34" charset="0"/>
                <a:ea typeface="Calibri" panose="020F0502020204030204" pitchFamily="34" charset="0"/>
                <a:cs typeface="Times New Roman" panose="02020603050405020304" pitchFamily="18" charset="0"/>
              </a:rPr>
              <a:t> via the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CreateDiscountService</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CreateShippingCostService</a:t>
            </a:r>
            <a:r>
              <a:rPr lang="en-US" sz="1800" dirty="0">
                <a:effectLst/>
                <a:latin typeface="Calibri" panose="020F0502020204030204" pitchFamily="34" charset="0"/>
                <a:ea typeface="Calibri" panose="020F0502020204030204" pitchFamily="34" charset="0"/>
                <a:cs typeface="Times New Roman" panose="02020603050405020304" pitchFamily="18" charset="0"/>
              </a:rPr>
              <a:t> method, respectively. On top on the left side, we have the client, that is the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ShoppingCart</a:t>
            </a:r>
            <a:r>
              <a:rPr lang="en-US" sz="1800" dirty="0">
                <a:effectLst/>
                <a:latin typeface="Calibri" panose="020F0502020204030204" pitchFamily="34" charset="0"/>
                <a:ea typeface="Calibri" panose="020F0502020204030204" pitchFamily="34" charset="0"/>
                <a:cs typeface="Times New Roman" panose="02020603050405020304" pitchFamily="18" charset="0"/>
              </a:rPr>
              <a:t>, which uses one of the shopping cart factories to create the two services it needs. The Shopping cart works with an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ISHoppingCartPurchaseFactory</a:t>
            </a:r>
            <a:r>
              <a:rPr lang="en-US" sz="1800" dirty="0">
                <a:effectLst/>
                <a:latin typeface="Calibri" panose="020F0502020204030204" pitchFamily="34" charset="0"/>
                <a:ea typeface="Calibri" panose="020F0502020204030204" pitchFamily="34" charset="0"/>
                <a:cs typeface="Times New Roman" panose="02020603050405020304" pitchFamily="18" charset="0"/>
              </a:rPr>
              <a:t>, an interface, not an implementation, which allows it to work with any concrete implementation.</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 common way to provide the concrete factory implementation is via the constructor. Optionally add methods that use the concrete service implementations. As an example we could add a method to the client,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CalculateCosts</a:t>
            </a:r>
            <a:r>
              <a:rPr lang="en-US" sz="1800" dirty="0">
                <a:effectLst/>
                <a:latin typeface="Calibri" panose="020F0502020204030204" pitchFamily="34" charset="0"/>
                <a:ea typeface="Calibri" panose="020F0502020204030204" pitchFamily="34" charset="0"/>
                <a:cs typeface="Times New Roman" panose="02020603050405020304" pitchFamily="18" charset="0"/>
              </a:rPr>
              <a:t>, which calculates the actual purchase costs using the two concrete service implementations. Seeing the client works on the interface using one of these factories or adding a new factory, it can be done without having to change the client because the contracts remain the same and the client doesn’t need to know about the concrete implementations.</a:t>
            </a:r>
          </a:p>
          <a:p>
            <a:endParaRPr lang="en-US" dirty="0"/>
          </a:p>
        </p:txBody>
      </p:sp>
      <p:sp>
        <p:nvSpPr>
          <p:cNvPr id="4" name="Slide Number Placeholder 3"/>
          <p:cNvSpPr>
            <a:spLocks noGrp="1"/>
          </p:cNvSpPr>
          <p:nvPr>
            <p:ph type="sldNum" sz="quarter" idx="5"/>
          </p:nvPr>
        </p:nvSpPr>
        <p:spPr/>
        <p:txBody>
          <a:bodyPr/>
          <a:lstStyle/>
          <a:p>
            <a:fld id="{05F646A4-D3EE-4002-8478-22FB56D9532E}" type="slidenum">
              <a:rPr lang="en-US" smtClean="0"/>
              <a:t>9</a:t>
            </a:fld>
            <a:endParaRPr lang="en-US"/>
          </a:p>
        </p:txBody>
      </p:sp>
    </p:spTree>
    <p:extLst>
      <p:ext uri="{BB962C8B-B14F-4D97-AF65-F5344CB8AC3E}">
        <p14:creationId xmlns:p14="http://schemas.microsoft.com/office/powerpoint/2010/main" val="1073013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Abstract Factory has a few use cases where it will be beneficial to use Abstract Factory in the solution.</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first is when a system should be independent of how its products are created, composed and represented, where the client doesn’t know about these concerns.</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Second, is when you want to provide a class library of products and you only want to reveal their interfaces and their implementations. The decoupling between client and factory and products is a win in this regard.</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Third, when a system should be configured with one of multiple families of products. As we learned, the abstract factory deals with product families, products that belong together.</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And lastly, use Abstract Factory when a family of related product objects is designed to be used together and you want to enforce this constraint.</a:t>
            </a:r>
          </a:p>
        </p:txBody>
      </p:sp>
      <p:sp>
        <p:nvSpPr>
          <p:cNvPr id="4" name="Slide Number Placeholder 3"/>
          <p:cNvSpPr>
            <a:spLocks noGrp="1"/>
          </p:cNvSpPr>
          <p:nvPr>
            <p:ph type="sldNum" sz="quarter" idx="5"/>
          </p:nvPr>
        </p:nvSpPr>
        <p:spPr/>
        <p:txBody>
          <a:bodyPr/>
          <a:lstStyle/>
          <a:p>
            <a:fld id="{05F646A4-D3EE-4002-8478-22FB56D9532E}" type="slidenum">
              <a:rPr lang="en-US" smtClean="0"/>
              <a:t>10</a:t>
            </a:fld>
            <a:endParaRPr lang="en-US"/>
          </a:p>
        </p:txBody>
      </p:sp>
    </p:spTree>
    <p:extLst>
      <p:ext uri="{BB962C8B-B14F-4D97-AF65-F5344CB8AC3E}">
        <p14:creationId xmlns:p14="http://schemas.microsoft.com/office/powerpoint/2010/main" val="1546706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pattern has a few consequences.</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First, it isolates concrete classes because it encapsulates the responsibility and the process of creating product objects. In other words, clients are isolated from the implementation classes, and that is mostly an advantage because it means that we are avoiding tight coupling. You can thus, easily introduce new products without breaking the client code, and that means that we are adhering to the SOLID principle open/closed.</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Second, seeing the code to create product is contained in one place, we are adhering to the SOLID principle single responsibility as well. It also makes exchanging product families easy. Seeing the class of a concrete factory only appears once in an application where you instantiate it, it is easy to change that concrete factory. You can switch it out for another one by changing that one line of instantiating code as the rest of the system works on the interface and not on the implementation.</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Third, it promotes consistency among products. This is because products in the same family are created by the same factory. Seeing an application only uses one abstract factory at a time, the products that are used are related and compatible with each other.</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 potential disadvantage is that supporting new kinds of products is rather difficult. If you want to extend the abstract factory, you have to change the factory interface, which also means changing the implementation of all of its subclasses.</a:t>
            </a:r>
          </a:p>
          <a:p>
            <a:endParaRPr lang="en-US" dirty="0"/>
          </a:p>
        </p:txBody>
      </p:sp>
      <p:sp>
        <p:nvSpPr>
          <p:cNvPr id="4" name="Slide Number Placeholder 3"/>
          <p:cNvSpPr>
            <a:spLocks noGrp="1"/>
          </p:cNvSpPr>
          <p:nvPr>
            <p:ph type="sldNum" sz="quarter" idx="5"/>
          </p:nvPr>
        </p:nvSpPr>
        <p:spPr/>
        <p:txBody>
          <a:bodyPr/>
          <a:lstStyle/>
          <a:p>
            <a:fld id="{05F646A4-D3EE-4002-8478-22FB56D9532E}" type="slidenum">
              <a:rPr lang="en-US" smtClean="0"/>
              <a:t>11</a:t>
            </a:fld>
            <a:endParaRPr lang="en-US"/>
          </a:p>
        </p:txBody>
      </p:sp>
    </p:spTree>
    <p:extLst>
      <p:ext uri="{BB962C8B-B14F-4D97-AF65-F5344CB8AC3E}">
        <p14:creationId xmlns:p14="http://schemas.microsoft.com/office/powerpoint/2010/main" val="1583797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Abstract Factory is related to Factory Method, where the Abstract factory classes are often implemented with factory methods.</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Abstract Factory is also related to Prototype pattern, where Abstract factory can be implemented using the prototype pattern.</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Abstract Factory is related to Singleton, where the Concrete factory, an abstract factory implementation is often implemented as a singleton.</a:t>
            </a:r>
          </a:p>
          <a:p>
            <a:endParaRPr lang="en-US" dirty="0"/>
          </a:p>
        </p:txBody>
      </p:sp>
      <p:sp>
        <p:nvSpPr>
          <p:cNvPr id="4" name="Slide Number Placeholder 3"/>
          <p:cNvSpPr>
            <a:spLocks noGrp="1"/>
          </p:cNvSpPr>
          <p:nvPr>
            <p:ph type="sldNum" sz="quarter" idx="5"/>
          </p:nvPr>
        </p:nvSpPr>
        <p:spPr/>
        <p:txBody>
          <a:bodyPr/>
          <a:lstStyle/>
          <a:p>
            <a:fld id="{05F646A4-D3EE-4002-8478-22FB56D9532E}" type="slidenum">
              <a:rPr lang="en-US" smtClean="0"/>
              <a:t>12</a:t>
            </a:fld>
            <a:endParaRPr lang="en-US"/>
          </a:p>
        </p:txBody>
      </p:sp>
    </p:spTree>
    <p:extLst>
      <p:ext uri="{BB962C8B-B14F-4D97-AF65-F5344CB8AC3E}">
        <p14:creationId xmlns:p14="http://schemas.microsoft.com/office/powerpoint/2010/main" val="409582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As we saw in both Factory Method and Abstract Factory, these two patterns are closely related to each other, in fact they are both referred to as the factory pattern.  The table you see here compares the two patterns with each other. And as you see they have both similarities and small differences. And the best thing you can combine Abstract Factory and Factory method to create your system.</a:t>
            </a:r>
          </a:p>
          <a:p>
            <a:endParaRPr lang="en-US" dirty="0"/>
          </a:p>
        </p:txBody>
      </p:sp>
      <p:sp>
        <p:nvSpPr>
          <p:cNvPr id="4" name="Slide Number Placeholder 3"/>
          <p:cNvSpPr>
            <a:spLocks noGrp="1"/>
          </p:cNvSpPr>
          <p:nvPr>
            <p:ph type="sldNum" sz="quarter" idx="5"/>
          </p:nvPr>
        </p:nvSpPr>
        <p:spPr/>
        <p:txBody>
          <a:bodyPr/>
          <a:lstStyle/>
          <a:p>
            <a:fld id="{05F646A4-D3EE-4002-8478-22FB56D9532E}" type="slidenum">
              <a:rPr lang="en-US" smtClean="0"/>
              <a:t>13</a:t>
            </a:fld>
            <a:endParaRPr lang="en-US"/>
          </a:p>
        </p:txBody>
      </p:sp>
    </p:spTree>
    <p:extLst>
      <p:ext uri="{BB962C8B-B14F-4D97-AF65-F5344CB8AC3E}">
        <p14:creationId xmlns:p14="http://schemas.microsoft.com/office/powerpoint/2010/main" val="19811762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1AFFAFAE-70B4-46FF-AC02-E61FBF595C90}"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8705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spTree>
    <p:extLst>
      <p:ext uri="{BB962C8B-B14F-4D97-AF65-F5344CB8AC3E}">
        <p14:creationId xmlns:p14="http://schemas.microsoft.com/office/powerpoint/2010/main" val="1835856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1821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2F9044-05E5-4491-9CEA-4EDF7D614696}" type="datetimeFigureOut">
              <a:rPr lang="en-US" smtClean="0"/>
              <a:t>3/17/2023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FAFAE-70B4-46FF-AC02-E61FBF595C90}" type="slidenum">
              <a:rPr lang="en-US" smtClean="0"/>
              <a:t>‹#›</a:t>
            </a:fld>
            <a:endParaRPr lang="en-US"/>
          </a:p>
        </p:txBody>
      </p:sp>
    </p:spTree>
    <p:extLst>
      <p:ext uri="{BB962C8B-B14F-4D97-AF65-F5344CB8AC3E}">
        <p14:creationId xmlns:p14="http://schemas.microsoft.com/office/powerpoint/2010/main" val="32993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2F9044-05E5-4491-9CEA-4EDF7D614696}" type="datetimeFigureOut">
              <a:rPr lang="en-US" smtClean="0"/>
              <a:t>3/17/2023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FFAFAE-70B4-46FF-AC02-E61FBF595C90}"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9854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2F9044-05E5-4491-9CEA-4EDF7D614696}" type="datetimeFigureOut">
              <a:rPr lang="en-US" smtClean="0"/>
              <a:t>3/17/2023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FFAFAE-70B4-46FF-AC02-E61FBF595C90}"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0729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2F9044-05E5-4491-9CEA-4EDF7D614696}" type="datetimeFigureOut">
              <a:rPr lang="en-US" smtClean="0"/>
              <a:t>3/17/2023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FFAFAE-70B4-46FF-AC02-E61FBF595C90}" type="slidenum">
              <a:rPr lang="en-US" smtClean="0"/>
              <a:t>‹#›</a:t>
            </a:fld>
            <a:endParaRPr lang="en-US"/>
          </a:p>
        </p:txBody>
      </p:sp>
    </p:spTree>
    <p:extLst>
      <p:ext uri="{BB962C8B-B14F-4D97-AF65-F5344CB8AC3E}">
        <p14:creationId xmlns:p14="http://schemas.microsoft.com/office/powerpoint/2010/main" val="403506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2F9044-05E5-4491-9CEA-4EDF7D614696}" type="datetimeFigureOut">
              <a:rPr lang="en-US" smtClean="0"/>
              <a:t>3/17/2023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FAFAE-70B4-46FF-AC02-E61FBF595C90}"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2704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2F9044-05E5-4491-9CEA-4EDF7D614696}" type="datetimeFigureOut">
              <a:rPr lang="en-US" smtClean="0"/>
              <a:t>3/17/2023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FAFAE-70B4-46FF-AC02-E61FBF595C90}" type="slidenum">
              <a:rPr lang="en-US" smtClean="0"/>
              <a:t>‹#›</a:t>
            </a:fld>
            <a:endParaRPr lang="en-US"/>
          </a:p>
        </p:txBody>
      </p:sp>
    </p:spTree>
    <p:extLst>
      <p:ext uri="{BB962C8B-B14F-4D97-AF65-F5344CB8AC3E}">
        <p14:creationId xmlns:p14="http://schemas.microsoft.com/office/powerpoint/2010/main" val="114653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2F9044-05E5-4491-9CEA-4EDF7D614696}" type="datetimeFigureOut">
              <a:rPr lang="en-US" smtClean="0"/>
              <a:t>3/17/2023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FAFAE-70B4-46FF-AC02-E61FBF595C90}" type="slidenum">
              <a:rPr lang="en-US" smtClean="0"/>
              <a:t>‹#›</a:t>
            </a:fld>
            <a:endParaRPr lang="en-US"/>
          </a:p>
        </p:txBody>
      </p:sp>
    </p:spTree>
    <p:extLst>
      <p:ext uri="{BB962C8B-B14F-4D97-AF65-F5344CB8AC3E}">
        <p14:creationId xmlns:p14="http://schemas.microsoft.com/office/powerpoint/2010/main" val="4106953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460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49968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spTree>
    <p:extLst>
      <p:ext uri="{BB962C8B-B14F-4D97-AF65-F5344CB8AC3E}">
        <p14:creationId xmlns:p14="http://schemas.microsoft.com/office/powerpoint/2010/main" val="2715814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93276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01974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5818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729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42F9044-05E5-4491-9CEA-4EDF7D614696}" type="datetimeFigureOut">
              <a:rPr lang="en-US" smtClean="0"/>
              <a:t>3/17/2023</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AFFAFAE-70B4-46FF-AC02-E61FBF595C90}" type="slidenum">
              <a:rPr lang="en-US" smtClean="0"/>
              <a:t>‹#›</a:t>
            </a:fld>
            <a:endParaRPr lang="en-US"/>
          </a:p>
        </p:txBody>
      </p:sp>
    </p:spTree>
    <p:extLst>
      <p:ext uri="{BB962C8B-B14F-4D97-AF65-F5344CB8AC3E}">
        <p14:creationId xmlns:p14="http://schemas.microsoft.com/office/powerpoint/2010/main" val="19171110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7/06/relationships/model3d" Target="../media/model3d2.glb"/><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1.sv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microsoft.com/office/2017/06/relationships/model3d" Target="../media/model3d2.glb"/><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4CD4F-9C4E-4904-9E86-E98CE0D2849F}"/>
              </a:ext>
            </a:extLst>
          </p:cNvPr>
          <p:cNvSpPr>
            <a:spLocks noGrp="1"/>
          </p:cNvSpPr>
          <p:nvPr>
            <p:ph type="ctrTitle"/>
          </p:nvPr>
        </p:nvSpPr>
        <p:spPr/>
        <p:txBody>
          <a:bodyPr/>
          <a:lstStyle/>
          <a:p>
            <a:r>
              <a:rPr lang="en-US" dirty="0"/>
              <a:t>Factory Method &amp; Abstract Factory Pattern </a:t>
            </a:r>
          </a:p>
        </p:txBody>
      </p:sp>
      <p:sp>
        <p:nvSpPr>
          <p:cNvPr id="3" name="Subtitle 2">
            <a:extLst>
              <a:ext uri="{FF2B5EF4-FFF2-40B4-BE49-F238E27FC236}">
                <a16:creationId xmlns:a16="http://schemas.microsoft.com/office/drawing/2014/main" id="{3C0A8E0C-8C3B-449C-51F2-731AE97980FC}"/>
              </a:ext>
            </a:extLst>
          </p:cNvPr>
          <p:cNvSpPr>
            <a:spLocks noGrp="1"/>
          </p:cNvSpPr>
          <p:nvPr>
            <p:ph type="subTitle" idx="1"/>
          </p:nvPr>
        </p:nvSpPr>
        <p:spPr/>
        <p:txBody>
          <a:bodyPr/>
          <a:lstStyle/>
          <a:p>
            <a:r>
              <a:rPr lang="en-US" dirty="0"/>
              <a:t>By Ina Fløysvik Pedersen</a:t>
            </a:r>
          </a:p>
        </p:txBody>
      </p:sp>
    </p:spTree>
    <p:extLst>
      <p:ext uri="{BB962C8B-B14F-4D97-AF65-F5344CB8AC3E}">
        <p14:creationId xmlns:p14="http://schemas.microsoft.com/office/powerpoint/2010/main" val="2492026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9438C-97FD-ABC1-4F6C-84FC0B0725B0}"/>
              </a:ext>
            </a:extLst>
          </p:cNvPr>
          <p:cNvSpPr>
            <a:spLocks noGrp="1"/>
          </p:cNvSpPr>
          <p:nvPr>
            <p:ph type="title"/>
          </p:nvPr>
        </p:nvSpPr>
        <p:spPr/>
        <p:txBody>
          <a:bodyPr/>
          <a:lstStyle/>
          <a:p>
            <a:r>
              <a:rPr lang="en-US" dirty="0"/>
              <a:t>Common for both patterns</a:t>
            </a:r>
          </a:p>
        </p:txBody>
      </p:sp>
      <p:sp>
        <p:nvSpPr>
          <p:cNvPr id="3" name="Content Placeholder 2">
            <a:extLst>
              <a:ext uri="{FF2B5EF4-FFF2-40B4-BE49-F238E27FC236}">
                <a16:creationId xmlns:a16="http://schemas.microsoft.com/office/drawing/2014/main" id="{20DDED78-EA82-AEB6-4FF2-A49D873BF89E}"/>
              </a:ext>
            </a:extLst>
          </p:cNvPr>
          <p:cNvSpPr>
            <a:spLocks noGrp="1"/>
          </p:cNvSpPr>
          <p:nvPr>
            <p:ph idx="1"/>
          </p:nvPr>
        </p:nvSpPr>
        <p:spPr>
          <a:xfrm>
            <a:off x="1295401" y="3007152"/>
            <a:ext cx="9601196" cy="2630078"/>
          </a:xfrm>
        </p:spPr>
        <p:txBody>
          <a:bodyPr>
            <a:normAutofit/>
          </a:bodyPr>
          <a:lstStyle/>
          <a:p>
            <a:pPr marL="0" indent="0" algn="ctr">
              <a:buNone/>
            </a:pPr>
            <a:r>
              <a:rPr lang="en-US" dirty="0"/>
              <a:t>Creational</a:t>
            </a:r>
          </a:p>
          <a:p>
            <a:pPr marL="0" indent="0" algn="ctr">
              <a:buNone/>
            </a:pPr>
            <a:r>
              <a:rPr lang="en-US" dirty="0"/>
              <a:t>Factory Pattern</a:t>
            </a:r>
          </a:p>
          <a:p>
            <a:pPr marL="0" indent="0" algn="ctr">
              <a:buNone/>
            </a:pPr>
            <a:endParaRPr lang="en-US" dirty="0"/>
          </a:p>
          <a:p>
            <a:pPr marL="0" indent="0" algn="ctr">
              <a:buNone/>
            </a:pPr>
            <a:r>
              <a:rPr lang="en-US" dirty="0" err="1"/>
              <a:t>Fant</a:t>
            </a:r>
            <a:r>
              <a:rPr lang="en-US" dirty="0"/>
              <a:t> </a:t>
            </a:r>
            <a:r>
              <a:rPr lang="en-US" dirty="0" err="1"/>
              <a:t>ny</a:t>
            </a:r>
            <a:r>
              <a:rPr lang="en-US" dirty="0"/>
              <a:t> god </a:t>
            </a:r>
            <a:r>
              <a:rPr lang="en-US" dirty="0" err="1"/>
              <a:t>kilde</a:t>
            </a:r>
            <a:r>
              <a:rPr lang="en-US" dirty="0"/>
              <a:t> for å </a:t>
            </a:r>
            <a:r>
              <a:rPr lang="en-US" dirty="0" err="1"/>
              <a:t>lære</a:t>
            </a:r>
            <a:r>
              <a:rPr lang="en-US" dirty="0"/>
              <a:t> om design patterns se link: </a:t>
            </a:r>
            <a:r>
              <a:rPr lang="en-US" dirty="0">
                <a:solidFill>
                  <a:schemeClr val="accent3"/>
                </a:solidFill>
              </a:rPr>
              <a:t>https://refactoring.guru/design-patterns</a:t>
            </a:r>
          </a:p>
          <a:p>
            <a:pPr marL="0" indent="0" algn="ctr">
              <a:buNone/>
            </a:pPr>
            <a:endParaRPr lang="en-US" dirty="0"/>
          </a:p>
        </p:txBody>
      </p:sp>
    </p:spTree>
    <p:extLst>
      <p:ext uri="{BB962C8B-B14F-4D97-AF65-F5344CB8AC3E}">
        <p14:creationId xmlns:p14="http://schemas.microsoft.com/office/powerpoint/2010/main" val="3894638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72C6-EC8C-1A47-7413-6FDE336BCB36}"/>
              </a:ext>
            </a:extLst>
          </p:cNvPr>
          <p:cNvSpPr>
            <a:spLocks noGrp="1"/>
          </p:cNvSpPr>
          <p:nvPr>
            <p:ph type="title"/>
          </p:nvPr>
        </p:nvSpPr>
        <p:spPr/>
        <p:txBody>
          <a:bodyPr/>
          <a:lstStyle/>
          <a:p>
            <a:r>
              <a:rPr lang="en-US" dirty="0"/>
              <a:t>Factory Method Pattern </a:t>
            </a:r>
          </a:p>
        </p:txBody>
      </p:sp>
      <p:sp>
        <p:nvSpPr>
          <p:cNvPr id="3" name="Content Placeholder 2">
            <a:extLst>
              <a:ext uri="{FF2B5EF4-FFF2-40B4-BE49-F238E27FC236}">
                <a16:creationId xmlns:a16="http://schemas.microsoft.com/office/drawing/2014/main" id="{937F5D29-6851-1B36-8F26-3CDB58B95AA8}"/>
              </a:ext>
            </a:extLst>
          </p:cNvPr>
          <p:cNvSpPr>
            <a:spLocks noGrp="1"/>
          </p:cNvSpPr>
          <p:nvPr>
            <p:ph sz="half" idx="1"/>
          </p:nvPr>
        </p:nvSpPr>
        <p:spPr/>
        <p:txBody>
          <a:bodyPr/>
          <a:lstStyle/>
          <a:p>
            <a:r>
              <a:rPr lang="en-US" dirty="0"/>
              <a:t>Intent</a:t>
            </a:r>
          </a:p>
          <a:p>
            <a:r>
              <a:rPr lang="en-US" dirty="0"/>
              <a:t>Suggest replacing</a:t>
            </a:r>
          </a:p>
          <a:p>
            <a:r>
              <a:rPr lang="en-US" dirty="0"/>
              <a:t>Products</a:t>
            </a:r>
            <a:br>
              <a:rPr lang="en-US" dirty="0"/>
            </a:br>
            <a:endParaRPr lang="en-US" dirty="0"/>
          </a:p>
          <a:p>
            <a:r>
              <a:rPr lang="en-US" dirty="0"/>
              <a:t>https://github.com/InaFPedersen/DesignPatterns/tree/main/Creational/FactoryMethod</a:t>
            </a:r>
          </a:p>
          <a:p>
            <a:endParaRPr lang="en-US" dirty="0"/>
          </a:p>
        </p:txBody>
      </p:sp>
      <mc:AlternateContent xmlns:mc="http://schemas.openxmlformats.org/markup-compatibility/2006">
        <mc:Choice xmlns:am3d="http://schemas.microsoft.com/office/drawing/2017/model3d" Requires="am3d">
          <p:graphicFrame>
            <p:nvGraphicFramePr>
              <p:cNvPr id="6" name="Content Placeholder 5" descr="Factory Complex">
                <a:extLst>
                  <a:ext uri="{FF2B5EF4-FFF2-40B4-BE49-F238E27FC236}">
                    <a16:creationId xmlns:a16="http://schemas.microsoft.com/office/drawing/2014/main" id="{4BD4404D-6E46-4BC5-DF67-6C6C187EE06C}"/>
                  </a:ext>
                </a:extLst>
              </p:cNvPr>
              <p:cNvGraphicFramePr>
                <a:graphicFrameLocks noGrp="1" noChangeAspect="1"/>
              </p:cNvGraphicFramePr>
              <p:nvPr>
                <p:ph sz="half" idx="2"/>
                <p:extLst>
                  <p:ext uri="{D42A27DB-BD31-4B8C-83A1-F6EECF244321}">
                    <p14:modId xmlns:p14="http://schemas.microsoft.com/office/powerpoint/2010/main" val="3684395483"/>
                  </p:ext>
                </p:extLst>
              </p:nvPr>
            </p:nvGraphicFramePr>
            <p:xfrm>
              <a:off x="6260205" y="2285999"/>
              <a:ext cx="4995231" cy="3891523"/>
            </p:xfrm>
            <a:graphic>
              <a:graphicData uri="http://schemas.microsoft.com/office/drawing/2017/model3d">
                <am3d:model3d r:embed="rId3">
                  <am3d:spPr>
                    <a:xfrm>
                      <a:off x="0" y="0"/>
                      <a:ext cx="4995231" cy="3891523"/>
                    </a:xfrm>
                    <a:prstGeom prst="rect">
                      <a:avLst/>
                    </a:prstGeom>
                  </am3d:spPr>
                  <am3d:camera>
                    <am3d:pos x="0" y="0" z="63442997"/>
                    <am3d:up dx="0" dy="36000000" dz="0"/>
                    <am3d:lookAt x="0" y="0" z="0"/>
                    <am3d:perspective fov="2700000"/>
                  </am3d:camera>
                  <am3d:trans>
                    <am3d:meterPerModelUnit n="53397" d="1000000"/>
                    <am3d:preTrans dx="0" dy="-10139772" dz="-1914"/>
                    <am3d:scale>
                      <am3d:sx n="1000000" d="1000000"/>
                      <am3d:sy n="1000000" d="1000000"/>
                      <am3d:sz n="1000000" d="1000000"/>
                    </am3d:scale>
                    <am3d:rot ax="390364" ay="-1543001" az="-169971"/>
                    <am3d:postTrans dx="0" dy="0" dz="0"/>
                  </am3d:trans>
                  <am3d:raster rName="Office3DRenderer" rVer="16.0.8326">
                    <am3d:blip r:embed="rId4"/>
                  </am3d:raster>
                  <am3d:objViewport viewportSz="632729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Content Placeholder 5" descr="Factory Complex">
                <a:extLst>
                  <a:ext uri="{FF2B5EF4-FFF2-40B4-BE49-F238E27FC236}">
                    <a16:creationId xmlns:a16="http://schemas.microsoft.com/office/drawing/2014/main" id="{4BD4404D-6E46-4BC5-DF67-6C6C187EE06C}"/>
                  </a:ext>
                </a:extLst>
              </p:cNvPr>
              <p:cNvPicPr>
                <a:picLocks noGrp="1" noRot="1" noChangeAspect="1" noMove="1" noResize="1" noEditPoints="1" noAdjustHandles="1" noChangeArrowheads="1" noChangeShapeType="1" noCrop="1"/>
              </p:cNvPicPr>
              <p:nvPr/>
            </p:nvPicPr>
            <p:blipFill>
              <a:blip r:embed="rId4"/>
              <a:stretch>
                <a:fillRect/>
              </a:stretch>
            </p:blipFill>
            <p:spPr>
              <a:xfrm>
                <a:off x="6260205" y="2285999"/>
                <a:ext cx="4995231" cy="3891523"/>
              </a:xfrm>
              <a:prstGeom prst="rect">
                <a:avLst/>
              </a:prstGeom>
            </p:spPr>
          </p:pic>
        </mc:Fallback>
      </mc:AlternateContent>
    </p:spTree>
    <p:extLst>
      <p:ext uri="{BB962C8B-B14F-4D97-AF65-F5344CB8AC3E}">
        <p14:creationId xmlns:p14="http://schemas.microsoft.com/office/powerpoint/2010/main" val="1152220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72C6-EC8C-1A47-7413-6FDE336BCB36}"/>
              </a:ext>
            </a:extLst>
          </p:cNvPr>
          <p:cNvSpPr>
            <a:spLocks noGrp="1"/>
          </p:cNvSpPr>
          <p:nvPr>
            <p:ph type="title"/>
          </p:nvPr>
        </p:nvSpPr>
        <p:spPr/>
        <p:txBody>
          <a:bodyPr/>
          <a:lstStyle/>
          <a:p>
            <a:r>
              <a:rPr lang="en-US" dirty="0"/>
              <a:t>Factory Method Pattern Structure </a:t>
            </a:r>
          </a:p>
        </p:txBody>
      </p:sp>
      <p:sp>
        <p:nvSpPr>
          <p:cNvPr id="3" name="Content Placeholder 2">
            <a:extLst>
              <a:ext uri="{FF2B5EF4-FFF2-40B4-BE49-F238E27FC236}">
                <a16:creationId xmlns:a16="http://schemas.microsoft.com/office/drawing/2014/main" id="{937F5D29-6851-1B36-8F26-3CDB58B95AA8}"/>
              </a:ext>
            </a:extLst>
          </p:cNvPr>
          <p:cNvSpPr>
            <a:spLocks noGrp="1"/>
          </p:cNvSpPr>
          <p:nvPr>
            <p:ph sz="half" idx="1"/>
          </p:nvPr>
        </p:nvSpPr>
        <p:spPr/>
        <p:txBody>
          <a:bodyPr/>
          <a:lstStyle/>
          <a:p>
            <a:r>
              <a:rPr lang="en-US" dirty="0"/>
              <a:t>Example</a:t>
            </a:r>
          </a:p>
        </p:txBody>
      </p:sp>
      <p:pic>
        <p:nvPicPr>
          <p:cNvPr id="9" name="Picture 8">
            <a:extLst>
              <a:ext uri="{FF2B5EF4-FFF2-40B4-BE49-F238E27FC236}">
                <a16:creationId xmlns:a16="http://schemas.microsoft.com/office/drawing/2014/main" id="{5EAFCADB-3651-C860-82D6-9E2521913A09}"/>
              </a:ext>
            </a:extLst>
          </p:cNvPr>
          <p:cNvPicPr>
            <a:picLocks noChangeAspect="1"/>
          </p:cNvPicPr>
          <p:nvPr/>
        </p:nvPicPr>
        <p:blipFill>
          <a:blip r:embed="rId2"/>
          <a:stretch>
            <a:fillRect/>
          </a:stretch>
        </p:blipFill>
        <p:spPr>
          <a:xfrm>
            <a:off x="6468212" y="2424869"/>
            <a:ext cx="4220501" cy="1790515"/>
          </a:xfrm>
          <a:prstGeom prst="rect">
            <a:avLst/>
          </a:prstGeom>
        </p:spPr>
      </p:pic>
      <p:pic>
        <p:nvPicPr>
          <p:cNvPr id="11" name="Picture 10">
            <a:extLst>
              <a:ext uri="{FF2B5EF4-FFF2-40B4-BE49-F238E27FC236}">
                <a16:creationId xmlns:a16="http://schemas.microsoft.com/office/drawing/2014/main" id="{06CD2ED6-D1B0-EADD-DDE8-B82B412996AE}"/>
              </a:ext>
            </a:extLst>
          </p:cNvPr>
          <p:cNvPicPr>
            <a:picLocks noChangeAspect="1"/>
          </p:cNvPicPr>
          <p:nvPr/>
        </p:nvPicPr>
        <p:blipFill>
          <a:blip r:embed="rId3"/>
          <a:stretch>
            <a:fillRect/>
          </a:stretch>
        </p:blipFill>
        <p:spPr>
          <a:xfrm>
            <a:off x="6175250" y="4572002"/>
            <a:ext cx="5152959" cy="1473450"/>
          </a:xfrm>
          <a:prstGeom prst="rect">
            <a:avLst/>
          </a:prstGeom>
        </p:spPr>
      </p:pic>
    </p:spTree>
    <p:extLst>
      <p:ext uri="{BB962C8B-B14F-4D97-AF65-F5344CB8AC3E}">
        <p14:creationId xmlns:p14="http://schemas.microsoft.com/office/powerpoint/2010/main" val="344487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3F6D81C7-B083-478E-82FE-089A8CB72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5" name="Picture 14">
              <a:extLst>
                <a:ext uri="{FF2B5EF4-FFF2-40B4-BE49-F238E27FC236}">
                  <a16:creationId xmlns:a16="http://schemas.microsoft.com/office/drawing/2014/main" id="{8398EDA2-4889-433D-AC01-5214D79764E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6" name="Rectangle 15">
              <a:extLst>
                <a:ext uri="{FF2B5EF4-FFF2-40B4-BE49-F238E27FC236}">
                  <a16:creationId xmlns:a16="http://schemas.microsoft.com/office/drawing/2014/main" id="{0099D46A-AF52-46FD-938B-D31189460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7" name="Picture 16">
              <a:extLst>
                <a:ext uri="{FF2B5EF4-FFF2-40B4-BE49-F238E27FC236}">
                  <a16:creationId xmlns:a16="http://schemas.microsoft.com/office/drawing/2014/main" id="{C933E919-C473-4F0E-9DBC-CC65FC9E926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8" name="Picture 17">
              <a:extLst>
                <a:ext uri="{FF2B5EF4-FFF2-40B4-BE49-F238E27FC236}">
                  <a16:creationId xmlns:a16="http://schemas.microsoft.com/office/drawing/2014/main" id="{FBBF3BDD-5C99-4FDC-BBCB-E711359D93F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20" name="Straight Connector 19">
            <a:extLst>
              <a:ext uri="{FF2B5EF4-FFF2-40B4-BE49-F238E27FC236}">
                <a16:creationId xmlns:a16="http://schemas.microsoft.com/office/drawing/2014/main" id="{F06B54F2-CD11-4359-A7D6-DA7C76C091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2B31744-38A1-EDD2-89CB-09501A3F9586}"/>
              </a:ext>
            </a:extLst>
          </p:cNvPr>
          <p:cNvSpPr>
            <a:spLocks noGrp="1"/>
          </p:cNvSpPr>
          <p:nvPr>
            <p:ph type="title"/>
          </p:nvPr>
        </p:nvSpPr>
        <p:spPr>
          <a:xfrm>
            <a:off x="1295402" y="982132"/>
            <a:ext cx="9601196" cy="1303867"/>
          </a:xfrm>
        </p:spPr>
        <p:txBody>
          <a:bodyPr vert="horz" lIns="91440" tIns="45720" rIns="91440" bIns="45720" rtlCol="0" anchor="ctr">
            <a:normAutofit/>
          </a:bodyPr>
          <a:lstStyle/>
          <a:p>
            <a:r>
              <a:rPr lang="en-US">
                <a:solidFill>
                  <a:srgbClr val="262626"/>
                </a:solidFill>
              </a:rPr>
              <a:t>Factory Method: Use cases</a:t>
            </a:r>
          </a:p>
        </p:txBody>
      </p:sp>
      <p:sp>
        <p:nvSpPr>
          <p:cNvPr id="3" name="Content Placeholder 2">
            <a:extLst>
              <a:ext uri="{FF2B5EF4-FFF2-40B4-BE49-F238E27FC236}">
                <a16:creationId xmlns:a16="http://schemas.microsoft.com/office/drawing/2014/main" id="{C6F387E5-4B28-984F-2185-97E69B3D5481}"/>
              </a:ext>
            </a:extLst>
          </p:cNvPr>
          <p:cNvSpPr>
            <a:spLocks noGrp="1"/>
          </p:cNvSpPr>
          <p:nvPr>
            <p:ph sz="half" idx="1"/>
          </p:nvPr>
        </p:nvSpPr>
        <p:spPr>
          <a:xfrm>
            <a:off x="1295402" y="2556932"/>
            <a:ext cx="6256866" cy="3318936"/>
          </a:xfrm>
        </p:spPr>
        <p:txBody>
          <a:bodyPr vert="horz" lIns="91440" tIns="45720" rIns="91440" bIns="45720" rtlCol="0" anchor="t">
            <a:normAutofit/>
          </a:bodyPr>
          <a:lstStyle/>
          <a:p>
            <a:r>
              <a:rPr lang="en-US" dirty="0">
                <a:solidFill>
                  <a:srgbClr val="262626"/>
                </a:solidFill>
              </a:rPr>
              <a:t>Use cases:</a:t>
            </a:r>
          </a:p>
          <a:p>
            <a:pPr lvl="1"/>
            <a:r>
              <a:rPr lang="en-US" dirty="0">
                <a:solidFill>
                  <a:srgbClr val="262626"/>
                </a:solidFill>
              </a:rPr>
              <a:t>Can’t anticipate</a:t>
            </a:r>
          </a:p>
          <a:p>
            <a:pPr lvl="1"/>
            <a:r>
              <a:rPr lang="en-US" dirty="0">
                <a:solidFill>
                  <a:srgbClr val="262626"/>
                </a:solidFill>
              </a:rPr>
              <a:t>Subclass control</a:t>
            </a:r>
          </a:p>
          <a:p>
            <a:pPr lvl="1"/>
            <a:r>
              <a:rPr lang="en-US" dirty="0">
                <a:solidFill>
                  <a:srgbClr val="262626"/>
                </a:solidFill>
              </a:rPr>
              <a:t>Delegate responsibility</a:t>
            </a:r>
          </a:p>
          <a:p>
            <a:pPr lvl="1"/>
            <a:r>
              <a:rPr lang="en-US" dirty="0">
                <a:solidFill>
                  <a:srgbClr val="262626"/>
                </a:solidFill>
              </a:rPr>
              <a:t>Reusable objects</a:t>
            </a:r>
          </a:p>
        </p:txBody>
      </p:sp>
      <p:pic>
        <p:nvPicPr>
          <p:cNvPr id="9" name="Content Placeholder 8" descr="Aspiration with solid fill">
            <a:extLst>
              <a:ext uri="{FF2B5EF4-FFF2-40B4-BE49-F238E27FC236}">
                <a16:creationId xmlns:a16="http://schemas.microsoft.com/office/drawing/2014/main" id="{0C71C018-63AF-8C13-F63D-4A373B01EA07}"/>
              </a:ext>
            </a:extLst>
          </p:cNvPr>
          <p:cNvPicPr>
            <a:picLocks noGrp="1" noChangeAspect="1"/>
          </p:cNvPicPr>
          <p:nvPr>
            <p:ph sz="half" idx="2"/>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85026" y="2757636"/>
            <a:ext cx="2739728" cy="2739728"/>
          </a:xfrm>
          <a:prstGeom prst="rect">
            <a:avLst/>
          </a:prstGeom>
          <a:ln w="57150" cmpd="thickThin">
            <a:solidFill>
              <a:srgbClr val="7F7F7F"/>
            </a:solidFill>
            <a:miter lim="800000"/>
          </a:ln>
        </p:spPr>
      </p:pic>
    </p:spTree>
    <p:extLst>
      <p:ext uri="{BB962C8B-B14F-4D97-AF65-F5344CB8AC3E}">
        <p14:creationId xmlns:p14="http://schemas.microsoft.com/office/powerpoint/2010/main" val="1159376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31744-38A1-EDD2-89CB-09501A3F9586}"/>
              </a:ext>
            </a:extLst>
          </p:cNvPr>
          <p:cNvSpPr>
            <a:spLocks noGrp="1"/>
          </p:cNvSpPr>
          <p:nvPr>
            <p:ph type="title"/>
          </p:nvPr>
        </p:nvSpPr>
        <p:spPr/>
        <p:txBody>
          <a:bodyPr/>
          <a:lstStyle/>
          <a:p>
            <a:r>
              <a:rPr lang="en-US" dirty="0"/>
              <a:t>Factory Method: Consequences</a:t>
            </a:r>
          </a:p>
        </p:txBody>
      </p:sp>
      <mc:AlternateContent xmlns:mc="http://schemas.openxmlformats.org/markup-compatibility/2006">
        <mc:Choice xmlns:am3d="http://schemas.microsoft.com/office/drawing/2017/model3d" Requires="am3d">
          <p:graphicFrame>
            <p:nvGraphicFramePr>
              <p:cNvPr id="5" name="Content Placeholder 4" descr="Warning">
                <a:extLst>
                  <a:ext uri="{FF2B5EF4-FFF2-40B4-BE49-F238E27FC236}">
                    <a16:creationId xmlns:a16="http://schemas.microsoft.com/office/drawing/2014/main" id="{8B3BAE1B-631A-9451-C973-0252787ECF73}"/>
                  </a:ext>
                </a:extLst>
              </p:cNvPr>
              <p:cNvGraphicFramePr>
                <a:graphicFrameLocks noGrp="1" noChangeAspect="1"/>
              </p:cNvGraphicFramePr>
              <p:nvPr>
                <p:ph sz="half" idx="1"/>
                <p:extLst>
                  <p:ext uri="{D42A27DB-BD31-4B8C-83A1-F6EECF244321}">
                    <p14:modId xmlns:p14="http://schemas.microsoft.com/office/powerpoint/2010/main" val="4151800061"/>
                  </p:ext>
                </p:extLst>
              </p:nvPr>
            </p:nvGraphicFramePr>
            <p:xfrm>
              <a:off x="2497219" y="2998157"/>
              <a:ext cx="2320760" cy="2434897"/>
            </p:xfrm>
            <a:graphic>
              <a:graphicData uri="http://schemas.microsoft.com/office/drawing/2017/model3d">
                <am3d:model3d r:embed="rId2">
                  <am3d:spPr>
                    <a:xfrm>
                      <a:off x="0" y="0"/>
                      <a:ext cx="2320760" cy="2434897"/>
                    </a:xfrm>
                    <a:prstGeom prst="rect">
                      <a:avLst/>
                    </a:prstGeom>
                  </am3d:spPr>
                  <am3d:camera>
                    <am3d:pos x="0" y="0" z="63351631"/>
                    <am3d:up dx="0" dy="36000000" dz="0"/>
                    <am3d:lookAt x="0" y="0" z="0"/>
                    <am3d:perspective fov="2700000"/>
                  </am3d:camera>
                  <am3d:trans>
                    <am3d:meterPerModelUnit n="20271560" d="1000000"/>
                    <am3d:preTrans dx="0" dy="-16278167" dz="-464067"/>
                    <am3d:scale>
                      <am3d:sx n="1000000" d="1000000"/>
                      <am3d:sy n="1000000" d="1000000"/>
                      <am3d:sz n="1000000" d="1000000"/>
                    </am3d:scale>
                    <am3d:rot ax="382349" ay="1913835" az="202636"/>
                    <am3d:postTrans dx="0" dy="0" dz="0"/>
                  </am3d:trans>
                  <am3d:raster rName="Office3DRenderer" rVer="16.0.8326">
                    <am3d:blip r:embed="rId3"/>
                  </am3d:raster>
                  <am3d:objViewport viewportSz="330993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Content Placeholder 4" descr="Warning">
                <a:extLst>
                  <a:ext uri="{FF2B5EF4-FFF2-40B4-BE49-F238E27FC236}">
                    <a16:creationId xmlns:a16="http://schemas.microsoft.com/office/drawing/2014/main" id="{8B3BAE1B-631A-9451-C973-0252787ECF73}"/>
                  </a:ext>
                </a:extLst>
              </p:cNvPr>
              <p:cNvPicPr>
                <a:picLocks noGrp="1" noRot="1" noChangeAspect="1" noMove="1" noResize="1" noEditPoints="1" noAdjustHandles="1" noChangeArrowheads="1" noChangeShapeType="1" noCrop="1"/>
              </p:cNvPicPr>
              <p:nvPr/>
            </p:nvPicPr>
            <p:blipFill>
              <a:blip r:embed="rId3"/>
              <a:stretch>
                <a:fillRect/>
              </a:stretch>
            </p:blipFill>
            <p:spPr>
              <a:xfrm>
                <a:off x="2497219" y="2998157"/>
                <a:ext cx="2320760" cy="2434897"/>
              </a:xfrm>
              <a:prstGeom prst="rect">
                <a:avLst/>
              </a:prstGeom>
            </p:spPr>
          </p:pic>
        </mc:Fallback>
      </mc:AlternateContent>
      <p:sp>
        <p:nvSpPr>
          <p:cNvPr id="4" name="Content Placeholder 3">
            <a:extLst>
              <a:ext uri="{FF2B5EF4-FFF2-40B4-BE49-F238E27FC236}">
                <a16:creationId xmlns:a16="http://schemas.microsoft.com/office/drawing/2014/main" id="{933AD356-30DC-8070-5A4D-212CA7196E19}"/>
              </a:ext>
            </a:extLst>
          </p:cNvPr>
          <p:cNvSpPr>
            <a:spLocks noGrp="1"/>
          </p:cNvSpPr>
          <p:nvPr>
            <p:ph sz="half" idx="2"/>
          </p:nvPr>
        </p:nvSpPr>
        <p:spPr/>
        <p:txBody>
          <a:bodyPr/>
          <a:lstStyle/>
          <a:p>
            <a:r>
              <a:rPr lang="en-US" dirty="0"/>
              <a:t>Consequences:</a:t>
            </a:r>
          </a:p>
          <a:p>
            <a:pPr lvl="1"/>
            <a:r>
              <a:rPr lang="en-US" dirty="0"/>
              <a:t>Eliminate binding</a:t>
            </a:r>
          </a:p>
          <a:p>
            <a:pPr lvl="1"/>
            <a:r>
              <a:rPr lang="en-US" dirty="0"/>
              <a:t>Avoid tight coupling </a:t>
            </a:r>
          </a:p>
          <a:p>
            <a:pPr lvl="1"/>
            <a:r>
              <a:rPr lang="en-US" dirty="0"/>
              <a:t>SOLID</a:t>
            </a:r>
          </a:p>
          <a:p>
            <a:pPr lvl="1"/>
            <a:r>
              <a:rPr lang="en-US" dirty="0"/>
              <a:t>Subclass creation</a:t>
            </a:r>
          </a:p>
        </p:txBody>
      </p:sp>
    </p:spTree>
    <p:extLst>
      <p:ext uri="{BB962C8B-B14F-4D97-AF65-F5344CB8AC3E}">
        <p14:creationId xmlns:p14="http://schemas.microsoft.com/office/powerpoint/2010/main" val="991303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C66A2-99B0-8679-E1EF-66B7956417F7}"/>
              </a:ext>
            </a:extLst>
          </p:cNvPr>
          <p:cNvSpPr>
            <a:spLocks noGrp="1"/>
          </p:cNvSpPr>
          <p:nvPr>
            <p:ph type="title"/>
          </p:nvPr>
        </p:nvSpPr>
        <p:spPr/>
        <p:txBody>
          <a:bodyPr/>
          <a:lstStyle/>
          <a:p>
            <a:r>
              <a:rPr lang="en-US" dirty="0"/>
              <a:t>Factory Method: Related Patterns</a:t>
            </a:r>
          </a:p>
        </p:txBody>
      </p:sp>
      <p:sp>
        <p:nvSpPr>
          <p:cNvPr id="3" name="Content Placeholder 2">
            <a:extLst>
              <a:ext uri="{FF2B5EF4-FFF2-40B4-BE49-F238E27FC236}">
                <a16:creationId xmlns:a16="http://schemas.microsoft.com/office/drawing/2014/main" id="{537D661E-D45F-D64E-5BBB-517A4F783707}"/>
              </a:ext>
            </a:extLst>
          </p:cNvPr>
          <p:cNvSpPr>
            <a:spLocks noGrp="1"/>
          </p:cNvSpPr>
          <p:nvPr>
            <p:ph idx="1"/>
          </p:nvPr>
        </p:nvSpPr>
        <p:spPr>
          <a:xfrm>
            <a:off x="1295402" y="2556932"/>
            <a:ext cx="9601196" cy="3318936"/>
          </a:xfrm>
        </p:spPr>
        <p:txBody>
          <a:bodyPr/>
          <a:lstStyle/>
          <a:p>
            <a:pPr marL="0" indent="0" algn="ctr">
              <a:buNone/>
            </a:pPr>
            <a:r>
              <a:rPr lang="en-US" dirty="0"/>
              <a:t>Abstract Factory</a:t>
            </a:r>
          </a:p>
          <a:p>
            <a:pPr marL="0" indent="0" algn="ctr">
              <a:buNone/>
            </a:pPr>
            <a:r>
              <a:rPr lang="en-US" dirty="0"/>
              <a:t>Prototype</a:t>
            </a:r>
          </a:p>
          <a:p>
            <a:pPr marL="0" indent="0" algn="ctr">
              <a:buNone/>
            </a:pPr>
            <a:r>
              <a:rPr lang="en-US" dirty="0"/>
              <a:t>Template Method</a:t>
            </a:r>
          </a:p>
        </p:txBody>
      </p:sp>
    </p:spTree>
    <p:extLst>
      <p:ext uri="{BB962C8B-B14F-4D97-AF65-F5344CB8AC3E}">
        <p14:creationId xmlns:p14="http://schemas.microsoft.com/office/powerpoint/2010/main" val="336691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3F6D81C7-B083-478E-82FE-089A8CB72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6" name="Picture 15">
              <a:extLst>
                <a:ext uri="{FF2B5EF4-FFF2-40B4-BE49-F238E27FC236}">
                  <a16:creationId xmlns:a16="http://schemas.microsoft.com/office/drawing/2014/main" id="{8398EDA2-4889-433D-AC01-5214D79764E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7" name="Rectangle 16">
              <a:extLst>
                <a:ext uri="{FF2B5EF4-FFF2-40B4-BE49-F238E27FC236}">
                  <a16:creationId xmlns:a16="http://schemas.microsoft.com/office/drawing/2014/main" id="{0099D46A-AF52-46FD-938B-D31189460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8" name="Picture 17">
              <a:extLst>
                <a:ext uri="{FF2B5EF4-FFF2-40B4-BE49-F238E27FC236}">
                  <a16:creationId xmlns:a16="http://schemas.microsoft.com/office/drawing/2014/main" id="{C933E919-C473-4F0E-9DBC-CC65FC9E926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9" name="Picture 18">
              <a:extLst>
                <a:ext uri="{FF2B5EF4-FFF2-40B4-BE49-F238E27FC236}">
                  <a16:creationId xmlns:a16="http://schemas.microsoft.com/office/drawing/2014/main" id="{FBBF3BDD-5C99-4FDC-BBCB-E711359D93F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21" name="Straight Connector 20">
            <a:extLst>
              <a:ext uri="{FF2B5EF4-FFF2-40B4-BE49-F238E27FC236}">
                <a16:creationId xmlns:a16="http://schemas.microsoft.com/office/drawing/2014/main" id="{F06B54F2-CD11-4359-A7D6-DA7C76C091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0E630EFE-8549-0ADB-ADCA-162CC847979E}"/>
              </a:ext>
            </a:extLst>
          </p:cNvPr>
          <p:cNvSpPr>
            <a:spLocks noGrp="1"/>
          </p:cNvSpPr>
          <p:nvPr>
            <p:ph type="title"/>
          </p:nvPr>
        </p:nvSpPr>
        <p:spPr>
          <a:xfrm>
            <a:off x="1295402" y="982132"/>
            <a:ext cx="9601196" cy="1303867"/>
          </a:xfrm>
        </p:spPr>
        <p:txBody>
          <a:bodyPr vert="horz" lIns="91440" tIns="45720" rIns="91440" bIns="45720" rtlCol="0" anchor="ctr">
            <a:normAutofit/>
          </a:bodyPr>
          <a:lstStyle/>
          <a:p>
            <a:r>
              <a:rPr lang="en-US">
                <a:solidFill>
                  <a:srgbClr val="262626"/>
                </a:solidFill>
              </a:rPr>
              <a:t>Abstract Factory Pattern</a:t>
            </a:r>
          </a:p>
        </p:txBody>
      </p:sp>
      <p:sp>
        <p:nvSpPr>
          <p:cNvPr id="3" name="Content Placeholder 2">
            <a:extLst>
              <a:ext uri="{FF2B5EF4-FFF2-40B4-BE49-F238E27FC236}">
                <a16:creationId xmlns:a16="http://schemas.microsoft.com/office/drawing/2014/main" id="{1FEF6719-3FD2-CD00-0104-0817D5487B10}"/>
              </a:ext>
            </a:extLst>
          </p:cNvPr>
          <p:cNvSpPr>
            <a:spLocks noGrp="1"/>
          </p:cNvSpPr>
          <p:nvPr>
            <p:ph sz="half" idx="1"/>
          </p:nvPr>
        </p:nvSpPr>
        <p:spPr>
          <a:xfrm>
            <a:off x="1295402" y="2556932"/>
            <a:ext cx="6256866" cy="3318936"/>
          </a:xfrm>
        </p:spPr>
        <p:txBody>
          <a:bodyPr vert="horz" lIns="91440" tIns="45720" rIns="91440" bIns="45720" rtlCol="0" anchor="t">
            <a:normAutofit/>
          </a:bodyPr>
          <a:lstStyle/>
          <a:p>
            <a:r>
              <a:rPr lang="en-US" dirty="0">
                <a:solidFill>
                  <a:srgbClr val="262626"/>
                </a:solidFill>
              </a:rPr>
              <a:t>Intent</a:t>
            </a:r>
          </a:p>
          <a:p>
            <a:r>
              <a:rPr lang="en-US" dirty="0">
                <a:solidFill>
                  <a:srgbClr val="262626"/>
                </a:solidFill>
              </a:rPr>
              <a:t>Declare interfaces</a:t>
            </a:r>
            <a:br>
              <a:rPr lang="en-US" dirty="0">
                <a:solidFill>
                  <a:srgbClr val="262626"/>
                </a:solidFill>
              </a:rPr>
            </a:br>
            <a:endParaRPr lang="en-US" dirty="0">
              <a:solidFill>
                <a:srgbClr val="262626"/>
              </a:solidFill>
            </a:endParaRPr>
          </a:p>
          <a:p>
            <a:r>
              <a:rPr lang="en-US" dirty="0">
                <a:solidFill>
                  <a:srgbClr val="262626"/>
                </a:solidFill>
              </a:rPr>
              <a:t>https://github.com/InaFPedersen/DesignPatterns/tree/main/Creational/AbstractFactory</a:t>
            </a:r>
          </a:p>
        </p:txBody>
      </p:sp>
      <p:pic>
        <p:nvPicPr>
          <p:cNvPr id="10" name="Content Placeholder 9" descr="Family with two children with solid fill">
            <a:extLst>
              <a:ext uri="{FF2B5EF4-FFF2-40B4-BE49-F238E27FC236}">
                <a16:creationId xmlns:a16="http://schemas.microsoft.com/office/drawing/2014/main" id="{0F49E558-5CC0-1F29-814A-AC7C9DCB8569}"/>
              </a:ext>
            </a:extLst>
          </p:cNvPr>
          <p:cNvPicPr>
            <a:picLocks noGrp="1" noChangeAspect="1"/>
          </p:cNvPicPr>
          <p:nvPr>
            <p:ph sz="half" idx="2"/>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85026" y="2757636"/>
            <a:ext cx="2739728" cy="2739728"/>
          </a:xfrm>
          <a:prstGeom prst="rect">
            <a:avLst/>
          </a:prstGeom>
          <a:ln w="57150" cmpd="thickThin">
            <a:solidFill>
              <a:srgbClr val="7F7F7F"/>
            </a:solidFill>
            <a:miter lim="800000"/>
          </a:ln>
        </p:spPr>
      </p:pic>
    </p:spTree>
    <p:extLst>
      <p:ext uri="{BB962C8B-B14F-4D97-AF65-F5344CB8AC3E}">
        <p14:creationId xmlns:p14="http://schemas.microsoft.com/office/powerpoint/2010/main" val="2280515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30EFE-8549-0ADB-ADCA-162CC847979E}"/>
              </a:ext>
            </a:extLst>
          </p:cNvPr>
          <p:cNvSpPr>
            <a:spLocks noGrp="1"/>
          </p:cNvSpPr>
          <p:nvPr>
            <p:ph type="title"/>
          </p:nvPr>
        </p:nvSpPr>
        <p:spPr/>
        <p:txBody>
          <a:bodyPr/>
          <a:lstStyle/>
          <a:p>
            <a:r>
              <a:rPr lang="en-US" dirty="0"/>
              <a:t>Abstract Factory Pattern Structure</a:t>
            </a:r>
          </a:p>
        </p:txBody>
      </p:sp>
      <p:sp>
        <p:nvSpPr>
          <p:cNvPr id="3" name="Content Placeholder 2">
            <a:extLst>
              <a:ext uri="{FF2B5EF4-FFF2-40B4-BE49-F238E27FC236}">
                <a16:creationId xmlns:a16="http://schemas.microsoft.com/office/drawing/2014/main" id="{1FEF6719-3FD2-CD00-0104-0817D5487B10}"/>
              </a:ext>
            </a:extLst>
          </p:cNvPr>
          <p:cNvSpPr>
            <a:spLocks noGrp="1"/>
          </p:cNvSpPr>
          <p:nvPr>
            <p:ph sz="half" idx="1"/>
          </p:nvPr>
        </p:nvSpPr>
        <p:spPr/>
        <p:txBody>
          <a:bodyPr/>
          <a:lstStyle/>
          <a:p>
            <a:r>
              <a:rPr lang="en-US" dirty="0"/>
              <a:t>Example</a:t>
            </a:r>
          </a:p>
          <a:p>
            <a:endParaRPr lang="en-US" dirty="0"/>
          </a:p>
        </p:txBody>
      </p:sp>
      <p:pic>
        <p:nvPicPr>
          <p:cNvPr id="9" name="Picture 8">
            <a:extLst>
              <a:ext uri="{FF2B5EF4-FFF2-40B4-BE49-F238E27FC236}">
                <a16:creationId xmlns:a16="http://schemas.microsoft.com/office/drawing/2014/main" id="{4A97AE7E-009F-D871-93B7-5D2C728BBA15}"/>
              </a:ext>
            </a:extLst>
          </p:cNvPr>
          <p:cNvPicPr>
            <a:picLocks noChangeAspect="1"/>
          </p:cNvPicPr>
          <p:nvPr/>
        </p:nvPicPr>
        <p:blipFill>
          <a:blip r:embed="rId3"/>
          <a:stretch>
            <a:fillRect/>
          </a:stretch>
        </p:blipFill>
        <p:spPr>
          <a:xfrm>
            <a:off x="4368408" y="2510171"/>
            <a:ext cx="6792273" cy="1705213"/>
          </a:xfrm>
          <a:prstGeom prst="rect">
            <a:avLst/>
          </a:prstGeom>
        </p:spPr>
      </p:pic>
      <p:pic>
        <p:nvPicPr>
          <p:cNvPr id="11" name="Picture 10">
            <a:extLst>
              <a:ext uri="{FF2B5EF4-FFF2-40B4-BE49-F238E27FC236}">
                <a16:creationId xmlns:a16="http://schemas.microsoft.com/office/drawing/2014/main" id="{C06C21E4-E3E0-C23E-FC84-8DE9741E5B61}"/>
              </a:ext>
            </a:extLst>
          </p:cNvPr>
          <p:cNvPicPr>
            <a:picLocks noChangeAspect="1"/>
          </p:cNvPicPr>
          <p:nvPr/>
        </p:nvPicPr>
        <p:blipFill>
          <a:blip r:embed="rId4"/>
          <a:stretch>
            <a:fillRect/>
          </a:stretch>
        </p:blipFill>
        <p:spPr>
          <a:xfrm>
            <a:off x="4274140" y="4439556"/>
            <a:ext cx="7212355" cy="1336681"/>
          </a:xfrm>
          <a:prstGeom prst="rect">
            <a:avLst/>
          </a:prstGeom>
        </p:spPr>
      </p:pic>
    </p:spTree>
    <p:extLst>
      <p:ext uri="{BB962C8B-B14F-4D97-AF65-F5344CB8AC3E}">
        <p14:creationId xmlns:p14="http://schemas.microsoft.com/office/powerpoint/2010/main" val="3596538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3F6D81C7-B083-478E-82FE-089A8CB72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6" name="Picture 15">
              <a:extLst>
                <a:ext uri="{FF2B5EF4-FFF2-40B4-BE49-F238E27FC236}">
                  <a16:creationId xmlns:a16="http://schemas.microsoft.com/office/drawing/2014/main" id="{8398EDA2-4889-433D-AC01-5214D79764E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7" name="Rectangle 16">
              <a:extLst>
                <a:ext uri="{FF2B5EF4-FFF2-40B4-BE49-F238E27FC236}">
                  <a16:creationId xmlns:a16="http://schemas.microsoft.com/office/drawing/2014/main" id="{0099D46A-AF52-46FD-938B-D31189460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8" name="Picture 17">
              <a:extLst>
                <a:ext uri="{FF2B5EF4-FFF2-40B4-BE49-F238E27FC236}">
                  <a16:creationId xmlns:a16="http://schemas.microsoft.com/office/drawing/2014/main" id="{C933E919-C473-4F0E-9DBC-CC65FC9E926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9" name="Picture 18">
              <a:extLst>
                <a:ext uri="{FF2B5EF4-FFF2-40B4-BE49-F238E27FC236}">
                  <a16:creationId xmlns:a16="http://schemas.microsoft.com/office/drawing/2014/main" id="{FBBF3BDD-5C99-4FDC-BBCB-E711359D93F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21" name="Straight Connector 20">
            <a:extLst>
              <a:ext uri="{FF2B5EF4-FFF2-40B4-BE49-F238E27FC236}">
                <a16:creationId xmlns:a16="http://schemas.microsoft.com/office/drawing/2014/main" id="{F06B54F2-CD11-4359-A7D6-DA7C76C091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2B31744-38A1-EDD2-89CB-09501A3F9586}"/>
              </a:ext>
            </a:extLst>
          </p:cNvPr>
          <p:cNvSpPr>
            <a:spLocks noGrp="1"/>
          </p:cNvSpPr>
          <p:nvPr>
            <p:ph type="title"/>
          </p:nvPr>
        </p:nvSpPr>
        <p:spPr>
          <a:xfrm>
            <a:off x="1295402" y="982132"/>
            <a:ext cx="9601196" cy="1303867"/>
          </a:xfrm>
        </p:spPr>
        <p:txBody>
          <a:bodyPr vert="horz" lIns="91440" tIns="45720" rIns="91440" bIns="45720" rtlCol="0" anchor="ctr">
            <a:normAutofit/>
          </a:bodyPr>
          <a:lstStyle/>
          <a:p>
            <a:r>
              <a:rPr lang="en-US" dirty="0"/>
              <a:t>Abstract Factory</a:t>
            </a:r>
            <a:r>
              <a:rPr lang="en-US" dirty="0">
                <a:solidFill>
                  <a:srgbClr val="262626"/>
                </a:solidFill>
              </a:rPr>
              <a:t>: Use cases</a:t>
            </a:r>
          </a:p>
        </p:txBody>
      </p:sp>
      <p:sp>
        <p:nvSpPr>
          <p:cNvPr id="3" name="Content Placeholder 2">
            <a:extLst>
              <a:ext uri="{FF2B5EF4-FFF2-40B4-BE49-F238E27FC236}">
                <a16:creationId xmlns:a16="http://schemas.microsoft.com/office/drawing/2014/main" id="{C6F387E5-4B28-984F-2185-97E69B3D5481}"/>
              </a:ext>
            </a:extLst>
          </p:cNvPr>
          <p:cNvSpPr>
            <a:spLocks noGrp="1"/>
          </p:cNvSpPr>
          <p:nvPr>
            <p:ph sz="half" idx="1"/>
          </p:nvPr>
        </p:nvSpPr>
        <p:spPr>
          <a:xfrm>
            <a:off x="1295402" y="2556932"/>
            <a:ext cx="6256866" cy="3318936"/>
          </a:xfrm>
        </p:spPr>
        <p:txBody>
          <a:bodyPr vert="horz" lIns="91440" tIns="45720" rIns="91440" bIns="45720" rtlCol="0" anchor="t">
            <a:normAutofit/>
          </a:bodyPr>
          <a:lstStyle/>
          <a:p>
            <a:r>
              <a:rPr lang="en-US">
                <a:solidFill>
                  <a:srgbClr val="262626"/>
                </a:solidFill>
              </a:rPr>
              <a:t>Use cases:</a:t>
            </a:r>
          </a:p>
          <a:p>
            <a:pPr lvl="1"/>
            <a:r>
              <a:rPr lang="en-US">
                <a:solidFill>
                  <a:srgbClr val="262626"/>
                </a:solidFill>
              </a:rPr>
              <a:t>Independent</a:t>
            </a:r>
          </a:p>
          <a:p>
            <a:pPr lvl="1"/>
            <a:r>
              <a:rPr lang="en-US">
                <a:solidFill>
                  <a:srgbClr val="262626"/>
                </a:solidFill>
              </a:rPr>
              <a:t>Reveal interfaces</a:t>
            </a:r>
          </a:p>
          <a:p>
            <a:pPr lvl="1"/>
            <a:r>
              <a:rPr lang="en-US">
                <a:solidFill>
                  <a:srgbClr val="262626"/>
                </a:solidFill>
              </a:rPr>
              <a:t>Product Families</a:t>
            </a:r>
          </a:p>
        </p:txBody>
      </p:sp>
      <p:pic>
        <p:nvPicPr>
          <p:cNvPr id="10" name="Content Placeholder 9" descr="Aspiration with solid fill">
            <a:extLst>
              <a:ext uri="{FF2B5EF4-FFF2-40B4-BE49-F238E27FC236}">
                <a16:creationId xmlns:a16="http://schemas.microsoft.com/office/drawing/2014/main" id="{00BEE896-62DE-97F5-6956-14B4E99BE3D3}"/>
              </a:ext>
            </a:extLst>
          </p:cNvPr>
          <p:cNvPicPr>
            <a:picLocks noGrp="1" noChangeAspect="1"/>
          </p:cNvPicPr>
          <p:nvPr>
            <p:ph sz="half" idx="2"/>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85026" y="2757636"/>
            <a:ext cx="2739728" cy="2739728"/>
          </a:xfrm>
          <a:prstGeom prst="rect">
            <a:avLst/>
          </a:prstGeom>
          <a:ln w="57150" cmpd="thickThin">
            <a:solidFill>
              <a:srgbClr val="7F7F7F"/>
            </a:solidFill>
            <a:miter lim="800000"/>
          </a:ln>
        </p:spPr>
      </p:pic>
    </p:spTree>
    <p:extLst>
      <p:ext uri="{BB962C8B-B14F-4D97-AF65-F5344CB8AC3E}">
        <p14:creationId xmlns:p14="http://schemas.microsoft.com/office/powerpoint/2010/main" val="220379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31744-38A1-EDD2-89CB-09501A3F9586}"/>
              </a:ext>
            </a:extLst>
          </p:cNvPr>
          <p:cNvSpPr>
            <a:spLocks noGrp="1"/>
          </p:cNvSpPr>
          <p:nvPr>
            <p:ph type="title"/>
          </p:nvPr>
        </p:nvSpPr>
        <p:spPr/>
        <p:txBody>
          <a:bodyPr/>
          <a:lstStyle/>
          <a:p>
            <a:r>
              <a:rPr lang="en-US" dirty="0"/>
              <a:t>Abstract Factory: Consequences</a:t>
            </a:r>
          </a:p>
        </p:txBody>
      </p:sp>
      <p:sp>
        <p:nvSpPr>
          <p:cNvPr id="4" name="Content Placeholder 3">
            <a:extLst>
              <a:ext uri="{FF2B5EF4-FFF2-40B4-BE49-F238E27FC236}">
                <a16:creationId xmlns:a16="http://schemas.microsoft.com/office/drawing/2014/main" id="{933AD356-30DC-8070-5A4D-212CA7196E19}"/>
              </a:ext>
            </a:extLst>
          </p:cNvPr>
          <p:cNvSpPr>
            <a:spLocks noGrp="1"/>
          </p:cNvSpPr>
          <p:nvPr>
            <p:ph sz="half" idx="2"/>
          </p:nvPr>
        </p:nvSpPr>
        <p:spPr/>
        <p:txBody>
          <a:bodyPr/>
          <a:lstStyle/>
          <a:p>
            <a:r>
              <a:rPr lang="en-US" dirty="0"/>
              <a:t>Consequences:</a:t>
            </a:r>
          </a:p>
          <a:p>
            <a:pPr lvl="1"/>
            <a:r>
              <a:rPr lang="en-US" dirty="0"/>
              <a:t>Isolates concrete classes</a:t>
            </a:r>
          </a:p>
          <a:p>
            <a:pPr lvl="1"/>
            <a:r>
              <a:rPr lang="en-US" dirty="0"/>
              <a:t>SOLID</a:t>
            </a:r>
          </a:p>
          <a:p>
            <a:pPr lvl="1"/>
            <a:r>
              <a:rPr lang="en-US" dirty="0"/>
              <a:t>Exchange product families</a:t>
            </a:r>
          </a:p>
          <a:p>
            <a:pPr lvl="1"/>
            <a:r>
              <a:rPr lang="en-US" dirty="0"/>
              <a:t>Consistency</a:t>
            </a:r>
          </a:p>
          <a:p>
            <a:pPr lvl="1"/>
            <a:r>
              <a:rPr lang="en-US" dirty="0"/>
              <a:t>Extend difficulties</a:t>
            </a:r>
          </a:p>
        </p:txBody>
      </p:sp>
      <mc:AlternateContent xmlns:mc="http://schemas.openxmlformats.org/markup-compatibility/2006">
        <mc:Choice xmlns:am3d="http://schemas.microsoft.com/office/drawing/2017/model3d" Requires="am3d">
          <p:graphicFrame>
            <p:nvGraphicFramePr>
              <p:cNvPr id="5" name="Content Placeholder 4" descr="Warning">
                <a:extLst>
                  <a:ext uri="{FF2B5EF4-FFF2-40B4-BE49-F238E27FC236}">
                    <a16:creationId xmlns:a16="http://schemas.microsoft.com/office/drawing/2014/main" id="{9073B057-5B4F-6D26-6123-4D64AE401BCE}"/>
                  </a:ext>
                </a:extLst>
              </p:cNvPr>
              <p:cNvGraphicFramePr>
                <a:graphicFrameLocks noGrp="1" noChangeAspect="1"/>
              </p:cNvGraphicFramePr>
              <p:nvPr>
                <p:ph sz="half" idx="1"/>
                <p:extLst>
                  <p:ext uri="{D42A27DB-BD31-4B8C-83A1-F6EECF244321}">
                    <p14:modId xmlns:p14="http://schemas.microsoft.com/office/powerpoint/2010/main" val="2096447901"/>
                  </p:ext>
                </p:extLst>
              </p:nvPr>
            </p:nvGraphicFramePr>
            <p:xfrm>
              <a:off x="1298575" y="2560638"/>
              <a:ext cx="4718050" cy="3309937"/>
            </p:xfrm>
            <a:graphic>
              <a:graphicData uri="http://schemas.microsoft.com/office/drawing/2017/model3d">
                <am3d:model3d r:embed="rId3">
                  <am3d:spPr>
                    <a:xfrm>
                      <a:off x="0" y="0"/>
                      <a:ext cx="4718050" cy="3309937"/>
                    </a:xfrm>
                    <a:prstGeom prst="rect">
                      <a:avLst/>
                    </a:prstGeom>
                  </am3d:spPr>
                  <am3d:camera>
                    <am3d:pos x="0" y="0" z="63351631"/>
                    <am3d:up dx="0" dy="36000000" dz="0"/>
                    <am3d:lookAt x="0" y="0" z="0"/>
                    <am3d:perspective fov="2700000"/>
                  </am3d:camera>
                  <am3d:trans>
                    <am3d:meterPerModelUnit n="20271560" d="1000000"/>
                    <am3d:preTrans dx="0" dy="-16278167" dz="-464067"/>
                    <am3d:scale>
                      <am3d:sx n="1000000" d="1000000"/>
                      <am3d:sy n="1000000" d="1000000"/>
                      <am3d:sz n="1000000" d="1000000"/>
                    </am3d:scale>
                    <am3d:rot ax="382349" ay="1913835" az="202636"/>
                    <am3d:postTrans dx="0" dy="0" dz="0"/>
                  </am3d:trans>
                  <am3d:raster rName="Office3DRenderer" rVer="16.0.8326">
                    <am3d:blip r:embed="rId4"/>
                  </am3d:raster>
                  <am3d:objViewport viewportSz="44994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Content Placeholder 4" descr="Warning">
                <a:extLst>
                  <a:ext uri="{FF2B5EF4-FFF2-40B4-BE49-F238E27FC236}">
                    <a16:creationId xmlns:a16="http://schemas.microsoft.com/office/drawing/2014/main" id="{9073B057-5B4F-6D26-6123-4D64AE401BCE}"/>
                  </a:ext>
                </a:extLst>
              </p:cNvPr>
              <p:cNvPicPr>
                <a:picLocks noGrp="1" noRot="1" noChangeAspect="1" noMove="1" noResize="1" noEditPoints="1" noAdjustHandles="1" noChangeArrowheads="1" noChangeShapeType="1" noCrop="1"/>
              </p:cNvPicPr>
              <p:nvPr/>
            </p:nvPicPr>
            <p:blipFill>
              <a:blip r:embed="rId4"/>
              <a:stretch>
                <a:fillRect/>
              </a:stretch>
            </p:blipFill>
            <p:spPr>
              <a:xfrm>
                <a:off x="1298575" y="2560638"/>
                <a:ext cx="4718050" cy="3309937"/>
              </a:xfrm>
              <a:prstGeom prst="rect">
                <a:avLst/>
              </a:prstGeom>
            </p:spPr>
          </p:pic>
        </mc:Fallback>
      </mc:AlternateContent>
    </p:spTree>
    <p:extLst>
      <p:ext uri="{BB962C8B-B14F-4D97-AF65-F5344CB8AC3E}">
        <p14:creationId xmlns:p14="http://schemas.microsoft.com/office/powerpoint/2010/main" val="782354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C66A2-99B0-8679-E1EF-66B7956417F7}"/>
              </a:ext>
            </a:extLst>
          </p:cNvPr>
          <p:cNvSpPr>
            <a:spLocks noGrp="1"/>
          </p:cNvSpPr>
          <p:nvPr>
            <p:ph type="title"/>
          </p:nvPr>
        </p:nvSpPr>
        <p:spPr/>
        <p:txBody>
          <a:bodyPr/>
          <a:lstStyle/>
          <a:p>
            <a:r>
              <a:rPr lang="en-US" dirty="0"/>
              <a:t>Abstract Factory: Related Patterns</a:t>
            </a:r>
          </a:p>
        </p:txBody>
      </p:sp>
      <p:sp>
        <p:nvSpPr>
          <p:cNvPr id="3" name="Content Placeholder 2">
            <a:extLst>
              <a:ext uri="{FF2B5EF4-FFF2-40B4-BE49-F238E27FC236}">
                <a16:creationId xmlns:a16="http://schemas.microsoft.com/office/drawing/2014/main" id="{537D661E-D45F-D64E-5BBB-517A4F783707}"/>
              </a:ext>
            </a:extLst>
          </p:cNvPr>
          <p:cNvSpPr>
            <a:spLocks noGrp="1"/>
          </p:cNvSpPr>
          <p:nvPr>
            <p:ph idx="1"/>
          </p:nvPr>
        </p:nvSpPr>
        <p:spPr/>
        <p:txBody>
          <a:bodyPr/>
          <a:lstStyle/>
          <a:p>
            <a:pPr marL="0" indent="0" algn="ctr">
              <a:buNone/>
            </a:pPr>
            <a:r>
              <a:rPr lang="en-US" dirty="0"/>
              <a:t>Factory Method</a:t>
            </a:r>
          </a:p>
          <a:p>
            <a:pPr marL="0" indent="0" algn="ctr">
              <a:buNone/>
            </a:pPr>
            <a:r>
              <a:rPr lang="en-US" dirty="0"/>
              <a:t>Prototype</a:t>
            </a:r>
          </a:p>
          <a:p>
            <a:pPr marL="0" indent="0" algn="ctr">
              <a:buNone/>
            </a:pPr>
            <a:r>
              <a:rPr lang="en-US" dirty="0"/>
              <a:t>Singleton</a:t>
            </a:r>
          </a:p>
        </p:txBody>
      </p:sp>
    </p:spTree>
    <p:extLst>
      <p:ext uri="{BB962C8B-B14F-4D97-AF65-F5344CB8AC3E}">
        <p14:creationId xmlns:p14="http://schemas.microsoft.com/office/powerpoint/2010/main" val="2682093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18B82-0102-EF5C-7A01-94F2DA0D64A6}"/>
              </a:ext>
            </a:extLst>
          </p:cNvPr>
          <p:cNvSpPr>
            <a:spLocks noGrp="1"/>
          </p:cNvSpPr>
          <p:nvPr>
            <p:ph type="title"/>
          </p:nvPr>
        </p:nvSpPr>
        <p:spPr/>
        <p:txBody>
          <a:bodyPr>
            <a:normAutofit fontScale="90000"/>
          </a:bodyPr>
          <a:lstStyle/>
          <a:p>
            <a:r>
              <a:rPr lang="en-US" dirty="0"/>
              <a:t>Comparing </a:t>
            </a:r>
            <a:br>
              <a:rPr lang="en-US" dirty="0"/>
            </a:br>
            <a:r>
              <a:rPr lang="en-US" dirty="0"/>
              <a:t>Factory Method &amp; Abstract Factory</a:t>
            </a:r>
          </a:p>
        </p:txBody>
      </p:sp>
      <p:pic>
        <p:nvPicPr>
          <p:cNvPr id="5" name="Content Placeholder 4">
            <a:extLst>
              <a:ext uri="{FF2B5EF4-FFF2-40B4-BE49-F238E27FC236}">
                <a16:creationId xmlns:a16="http://schemas.microsoft.com/office/drawing/2014/main" id="{CE56FE46-29F2-771C-2636-F2D373731631}"/>
              </a:ext>
            </a:extLst>
          </p:cNvPr>
          <p:cNvPicPr>
            <a:picLocks noGrp="1" noChangeAspect="1"/>
          </p:cNvPicPr>
          <p:nvPr>
            <p:ph idx="1"/>
          </p:nvPr>
        </p:nvPicPr>
        <p:blipFill>
          <a:blip r:embed="rId3"/>
          <a:stretch>
            <a:fillRect/>
          </a:stretch>
        </p:blipFill>
        <p:spPr>
          <a:xfrm>
            <a:off x="874962" y="2812679"/>
            <a:ext cx="10442076" cy="2479993"/>
          </a:xfrm>
        </p:spPr>
      </p:pic>
    </p:spTree>
    <p:extLst>
      <p:ext uri="{BB962C8B-B14F-4D97-AF65-F5344CB8AC3E}">
        <p14:creationId xmlns:p14="http://schemas.microsoft.com/office/powerpoint/2010/main" val="128272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94FC3-6345-60AC-2739-1A6B6AB9C249}"/>
              </a:ext>
            </a:extLst>
          </p:cNvPr>
          <p:cNvSpPr>
            <a:spLocks noGrp="1"/>
          </p:cNvSpPr>
          <p:nvPr>
            <p:ph type="ctrTitle"/>
          </p:nvPr>
        </p:nvSpPr>
        <p:spPr/>
        <p:txBody>
          <a:bodyPr/>
          <a:lstStyle/>
          <a:p>
            <a:r>
              <a:rPr lang="en-US" dirty="0"/>
              <a:t>Questions?</a:t>
            </a:r>
          </a:p>
        </p:txBody>
      </p:sp>
      <p:sp>
        <p:nvSpPr>
          <p:cNvPr id="3" name="Subtitle 2">
            <a:extLst>
              <a:ext uri="{FF2B5EF4-FFF2-40B4-BE49-F238E27FC236}">
                <a16:creationId xmlns:a16="http://schemas.microsoft.com/office/drawing/2014/main" id="{B59E75A8-5713-BAB8-79E3-95B96B8CE45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37783938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801</TotalTime>
  <Words>1897</Words>
  <Application>Microsoft Office PowerPoint</Application>
  <PresentationFormat>Widescreen</PresentationFormat>
  <Paragraphs>97</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Garamond</vt:lpstr>
      <vt:lpstr>Organic</vt:lpstr>
      <vt:lpstr>Factory Method &amp; Abstract Factory Pattern </vt:lpstr>
      <vt:lpstr>Common for both patterns</vt:lpstr>
      <vt:lpstr>Factory Method Pattern </vt:lpstr>
      <vt:lpstr>Factory Method Pattern Structure </vt:lpstr>
      <vt:lpstr>Factory Method: Use cases</vt:lpstr>
      <vt:lpstr>Factory Method: Consequences</vt:lpstr>
      <vt:lpstr>Factory Method: Related Patterns</vt:lpstr>
      <vt:lpstr>Abstract Factory Pattern</vt:lpstr>
      <vt:lpstr>Abstract Factory Pattern Structure</vt:lpstr>
      <vt:lpstr>Abstract Factory: Use cases</vt:lpstr>
      <vt:lpstr>Abstract Factory: Consequences</vt:lpstr>
      <vt:lpstr>Abstract Factory: Related Patterns</vt:lpstr>
      <vt:lpstr>Comparing  Factory Method &amp; Abstract Factory</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Mediator &amp; Strategy Pattern </dc:title>
  <dc:creator>Ina Fløysvik Pedersen</dc:creator>
  <cp:lastModifiedBy>Ina Fløysvik Pedersen</cp:lastModifiedBy>
  <cp:revision>1</cp:revision>
  <dcterms:created xsi:type="dcterms:W3CDTF">2023-02-17T09:08:40Z</dcterms:created>
  <dcterms:modified xsi:type="dcterms:W3CDTF">2023-03-17T11:55:47Z</dcterms:modified>
</cp:coreProperties>
</file>